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1A75B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rgbClr val="1A75B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302260" cy="5659120"/>
          </a:xfrm>
          <a:custGeom>
            <a:avLst/>
            <a:gdLst/>
            <a:ahLst/>
            <a:cxnLst/>
            <a:rect l="l" t="t" r="r" b="b"/>
            <a:pathLst>
              <a:path w="302260" h="5659120">
                <a:moveTo>
                  <a:pt x="301752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301752" y="0"/>
                </a:lnTo>
                <a:lnTo>
                  <a:pt x="301752" y="5658611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773" y="1339020"/>
            <a:ext cx="6891655" cy="5210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1" i="0">
                <a:solidFill>
                  <a:srgbClr val="0FB88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7027" y="2232268"/>
            <a:ext cx="8383905" cy="2510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rgbClr val="1A75BC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66977" y="6371534"/>
            <a:ext cx="311785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image" Target="../media/image38.jpg"/><Relationship Id="rId13" Type="http://schemas.openxmlformats.org/officeDocument/2006/relationships/image" Target="../media/image39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editrack/meditrack-capston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57655"/>
            <a:ext cx="302260" cy="5659120"/>
          </a:xfrm>
          <a:custGeom>
            <a:avLst/>
            <a:gdLst/>
            <a:ahLst/>
            <a:cxnLst/>
            <a:rect l="l" t="t" r="r" b="b"/>
            <a:pathLst>
              <a:path w="302260" h="5659120">
                <a:moveTo>
                  <a:pt x="301752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301752" y="0"/>
                </a:lnTo>
                <a:lnTo>
                  <a:pt x="301752" y="5658611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6863" y="2074602"/>
            <a:ext cx="6040755" cy="1492885"/>
          </a:xfrm>
          <a:prstGeom prst="rect"/>
        </p:spPr>
        <p:txBody>
          <a:bodyPr wrap="square" lIns="0" tIns="3644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70"/>
              </a:spcBef>
            </a:pPr>
            <a:r>
              <a:rPr dirty="0" sz="4600" spc="-10"/>
              <a:t>MediTrack</a:t>
            </a:r>
            <a:endParaRPr sz="4600"/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800">
                <a:solidFill>
                  <a:srgbClr val="212121"/>
                </a:solidFill>
              </a:rPr>
              <a:t>Smart</a:t>
            </a:r>
            <a:r>
              <a:rPr dirty="0" sz="1800" spc="-40">
                <a:solidFill>
                  <a:srgbClr val="212121"/>
                </a:solidFill>
              </a:rPr>
              <a:t> </a:t>
            </a:r>
            <a:r>
              <a:rPr dirty="0" sz="1800">
                <a:solidFill>
                  <a:srgbClr val="212121"/>
                </a:solidFill>
              </a:rPr>
              <a:t>Medicine</a:t>
            </a:r>
            <a:r>
              <a:rPr dirty="0" sz="1800" spc="20">
                <a:solidFill>
                  <a:srgbClr val="212121"/>
                </a:solidFill>
              </a:rPr>
              <a:t> </a:t>
            </a:r>
            <a:r>
              <a:rPr dirty="0" sz="1800">
                <a:solidFill>
                  <a:srgbClr val="212121"/>
                </a:solidFill>
              </a:rPr>
              <a:t>Reminder</a:t>
            </a:r>
            <a:r>
              <a:rPr dirty="0" sz="1800" spc="-5">
                <a:solidFill>
                  <a:srgbClr val="212121"/>
                </a:solidFill>
              </a:rPr>
              <a:t> </a:t>
            </a:r>
            <a:r>
              <a:rPr dirty="0" sz="1800">
                <a:solidFill>
                  <a:srgbClr val="212121"/>
                </a:solidFill>
              </a:rPr>
              <a:t>&amp;</a:t>
            </a:r>
            <a:r>
              <a:rPr dirty="0" sz="1800" spc="-80">
                <a:solidFill>
                  <a:srgbClr val="212121"/>
                </a:solidFill>
              </a:rPr>
              <a:t> </a:t>
            </a:r>
            <a:r>
              <a:rPr dirty="0" sz="1800">
                <a:solidFill>
                  <a:srgbClr val="212121"/>
                </a:solidFill>
              </a:rPr>
              <a:t>AI</a:t>
            </a:r>
            <a:r>
              <a:rPr dirty="0" sz="1800" spc="-40">
                <a:solidFill>
                  <a:srgbClr val="212121"/>
                </a:solidFill>
              </a:rPr>
              <a:t> </a:t>
            </a:r>
            <a:r>
              <a:rPr dirty="0" sz="1800">
                <a:solidFill>
                  <a:srgbClr val="212121"/>
                </a:solidFill>
              </a:rPr>
              <a:t>Health</a:t>
            </a:r>
            <a:r>
              <a:rPr dirty="0" sz="1800" spc="-5">
                <a:solidFill>
                  <a:srgbClr val="212121"/>
                </a:solidFill>
              </a:rPr>
              <a:t> </a:t>
            </a:r>
            <a:r>
              <a:rPr dirty="0" sz="1800">
                <a:solidFill>
                  <a:srgbClr val="212121"/>
                </a:solidFill>
              </a:rPr>
              <a:t>Tracking</a:t>
            </a:r>
            <a:r>
              <a:rPr dirty="0" sz="1800" spc="10">
                <a:solidFill>
                  <a:srgbClr val="212121"/>
                </a:solidFill>
              </a:rPr>
              <a:t> </a:t>
            </a:r>
            <a:r>
              <a:rPr dirty="0" sz="1800" spc="-10">
                <a:solidFill>
                  <a:srgbClr val="212121"/>
                </a:solidFill>
              </a:rPr>
              <a:t>System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667002" y="3836923"/>
            <a:ext cx="4572635" cy="981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UN</a:t>
            </a:r>
            <a:r>
              <a:rPr dirty="0" sz="1150" spc="-15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SDG</a:t>
            </a:r>
            <a:r>
              <a:rPr dirty="0" sz="1150" spc="-5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3:</a:t>
            </a:r>
            <a:r>
              <a:rPr dirty="0" sz="1150" spc="-15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Good</a:t>
            </a:r>
            <a:r>
              <a:rPr dirty="0" sz="1150" spc="-25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Health</a:t>
            </a:r>
            <a:r>
              <a:rPr dirty="0" sz="1150" spc="-10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and</a:t>
            </a:r>
            <a:r>
              <a:rPr dirty="0" sz="1150" spc="-5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spc="-10" i="1">
                <a:solidFill>
                  <a:srgbClr val="1A75BC"/>
                </a:solidFill>
                <a:latin typeface="Arial"/>
                <a:cs typeface="Arial"/>
              </a:rPr>
              <a:t>Well-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Being</a:t>
            </a:r>
            <a:r>
              <a:rPr dirty="0" sz="1150" spc="-5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|</a:t>
            </a:r>
            <a:r>
              <a:rPr dirty="0" sz="1150" spc="-30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Capstone</a:t>
            </a:r>
            <a:r>
              <a:rPr dirty="0" sz="1150" spc="-10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i="1">
                <a:solidFill>
                  <a:srgbClr val="1A75BC"/>
                </a:solidFill>
                <a:latin typeface="Arial"/>
                <a:cs typeface="Arial"/>
              </a:rPr>
              <a:t>Internship</a:t>
            </a:r>
            <a:r>
              <a:rPr dirty="0" sz="1150" spc="-25" i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150" spc="-10" i="1">
                <a:solidFill>
                  <a:srgbClr val="1A75BC"/>
                </a:solidFill>
                <a:latin typeface="Arial"/>
                <a:cs typeface="Arial"/>
              </a:rPr>
              <a:t>Project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666666"/>
                </a:solidFill>
                <a:latin typeface="Arial MT"/>
                <a:cs typeface="Arial MT"/>
              </a:rPr>
              <a:t>Prepared</a:t>
            </a:r>
            <a:r>
              <a:rPr dirty="0" sz="1050" spc="6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66666"/>
                </a:solidFill>
                <a:latin typeface="Arial MT"/>
                <a:cs typeface="Arial MT"/>
              </a:rPr>
              <a:t>by:</a:t>
            </a:r>
            <a:r>
              <a:rPr dirty="0" sz="1050" spc="3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666666"/>
                </a:solidFill>
                <a:latin typeface="Arial MT"/>
                <a:cs typeface="Arial MT"/>
              </a:rPr>
              <a:t>Capstone</a:t>
            </a:r>
            <a:r>
              <a:rPr dirty="0" sz="1050" spc="5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666666"/>
                </a:solidFill>
                <a:latin typeface="Arial MT"/>
                <a:cs typeface="Arial MT"/>
              </a:rPr>
              <a:t>Intern</a:t>
            </a: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050" b="1">
                <a:solidFill>
                  <a:srgbClr val="666666"/>
                </a:solidFill>
                <a:latin typeface="Arial"/>
                <a:cs typeface="Arial"/>
              </a:rPr>
              <a:t>Organization:</a:t>
            </a:r>
            <a:r>
              <a:rPr dirty="0" sz="1050" spc="9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666666"/>
                </a:solidFill>
                <a:latin typeface="Arial"/>
                <a:cs typeface="Arial"/>
              </a:rPr>
              <a:t>Internship</a:t>
            </a:r>
            <a:r>
              <a:rPr dirty="0" sz="1050" spc="7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666666"/>
                </a:solidFill>
                <a:latin typeface="Arial"/>
                <a:cs typeface="Arial"/>
              </a:rPr>
              <a:t>Partner</a:t>
            </a:r>
            <a:r>
              <a:rPr dirty="0" sz="1050" spc="2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666666"/>
                </a:solidFill>
                <a:latin typeface="Arial"/>
                <a:cs typeface="Arial"/>
              </a:rPr>
              <a:t>Academy</a:t>
            </a:r>
            <a:r>
              <a:rPr dirty="0" sz="1050" spc="7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666666"/>
                </a:solidFill>
                <a:latin typeface="Arial"/>
                <a:cs typeface="Arial"/>
              </a:rPr>
              <a:t>|</a:t>
            </a:r>
            <a:r>
              <a:rPr dirty="0" sz="1050" spc="2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666666"/>
                </a:solidFill>
                <a:latin typeface="Arial"/>
                <a:cs typeface="Arial"/>
              </a:rPr>
              <a:t>Date:</a:t>
            </a:r>
            <a:r>
              <a:rPr dirty="0" sz="1050" spc="5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666666"/>
                </a:solidFill>
                <a:latin typeface="Arial"/>
                <a:cs typeface="Arial"/>
              </a:rPr>
              <a:t>July</a:t>
            </a:r>
            <a:r>
              <a:rPr dirty="0" sz="1050" spc="5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666666"/>
                </a:solidFill>
                <a:latin typeface="Arial"/>
                <a:cs typeface="Arial"/>
              </a:rPr>
              <a:t>2026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AGENDA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Overview</a:t>
            </a:r>
            <a:r>
              <a:rPr dirty="0" sz="1050" spc="4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of</a:t>
            </a:r>
            <a:r>
              <a:rPr dirty="0" sz="1050" spc="5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presentation</a:t>
            </a:r>
            <a:r>
              <a:rPr dirty="0" sz="1050" spc="8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roadmap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6987" y="2283990"/>
            <a:ext cx="5763895" cy="28644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21615" indent="-20891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Introduction</a:t>
            </a:r>
            <a:r>
              <a:rPr dirty="0" sz="14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14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Background</a:t>
            </a:r>
            <a:r>
              <a:rPr dirty="0" sz="14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(UN</a:t>
            </a:r>
            <a:r>
              <a:rPr dirty="0" sz="145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SDG</a:t>
            </a:r>
            <a:r>
              <a:rPr dirty="0" sz="14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3</a:t>
            </a:r>
            <a:r>
              <a:rPr dirty="0" sz="145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12121"/>
                </a:solidFill>
                <a:latin typeface="Arial MT"/>
                <a:cs typeface="Arial MT"/>
              </a:rPr>
              <a:t>Context)</a:t>
            </a:r>
            <a:endParaRPr sz="1450">
              <a:latin typeface="Arial MT"/>
              <a:cs typeface="Arial MT"/>
            </a:endParaRPr>
          </a:p>
          <a:p>
            <a:pPr marL="221615" indent="-20891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Problem</a:t>
            </a:r>
            <a:r>
              <a:rPr dirty="0" sz="14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Statement</a:t>
            </a:r>
            <a:r>
              <a:rPr dirty="0" sz="145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(The</a:t>
            </a:r>
            <a:r>
              <a:rPr dirty="0" sz="145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Wellness</a:t>
            </a:r>
            <a:r>
              <a:rPr dirty="0" sz="14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145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Medication</a:t>
            </a:r>
            <a:r>
              <a:rPr dirty="0" sz="145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Compliance</a:t>
            </a:r>
            <a:r>
              <a:rPr dirty="0" sz="14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212121"/>
                </a:solidFill>
                <a:latin typeface="Arial MT"/>
                <a:cs typeface="Arial MT"/>
              </a:rPr>
              <a:t>Gap)</a:t>
            </a:r>
            <a:endParaRPr sz="1450">
              <a:latin typeface="Arial MT"/>
              <a:cs typeface="Arial MT"/>
            </a:endParaRPr>
          </a:p>
          <a:p>
            <a:pPr marL="221615" indent="-20891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Proposed</a:t>
            </a:r>
            <a:r>
              <a:rPr dirty="0" sz="14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Solution</a:t>
            </a:r>
            <a:r>
              <a:rPr dirty="0" sz="14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(MediTrack</a:t>
            </a:r>
            <a:r>
              <a:rPr dirty="0" sz="145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App</a:t>
            </a:r>
            <a:r>
              <a:rPr dirty="0" sz="14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12121"/>
                </a:solidFill>
                <a:latin typeface="Arial MT"/>
                <a:cs typeface="Arial MT"/>
              </a:rPr>
              <a:t>Architecture)</a:t>
            </a:r>
            <a:endParaRPr sz="1450">
              <a:latin typeface="Arial MT"/>
              <a:cs typeface="Arial MT"/>
            </a:endParaRPr>
          </a:p>
          <a:p>
            <a:pPr marL="221615" indent="-20891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Project</a:t>
            </a:r>
            <a:r>
              <a:rPr dirty="0" sz="14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Objectives</a:t>
            </a:r>
            <a:r>
              <a:rPr dirty="0" sz="145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145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212121"/>
                </a:solidFill>
                <a:latin typeface="Arial MT"/>
                <a:cs typeface="Arial MT"/>
              </a:rPr>
              <a:t>Scope</a:t>
            </a:r>
            <a:endParaRPr sz="1450">
              <a:latin typeface="Arial MT"/>
              <a:cs typeface="Arial MT"/>
            </a:endParaRPr>
          </a:p>
          <a:p>
            <a:pPr marL="221615" indent="-208915">
              <a:lnSpc>
                <a:spcPct val="100000"/>
              </a:lnSpc>
              <a:spcBef>
                <a:spcPts val="1190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System</a:t>
            </a:r>
            <a:r>
              <a:rPr dirty="0" sz="14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Architecture</a:t>
            </a:r>
            <a:r>
              <a:rPr dirty="0" sz="14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14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212121"/>
                </a:solidFill>
                <a:latin typeface="Arial MT"/>
                <a:cs typeface="Arial MT"/>
              </a:rPr>
              <a:t>Tech</a:t>
            </a:r>
            <a:r>
              <a:rPr dirty="0" sz="14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212121"/>
                </a:solidFill>
                <a:latin typeface="Arial MT"/>
                <a:cs typeface="Arial MT"/>
              </a:rPr>
              <a:t>Stack</a:t>
            </a:r>
            <a:endParaRPr sz="1450">
              <a:latin typeface="Arial MT"/>
              <a:cs typeface="Arial MT"/>
            </a:endParaRPr>
          </a:p>
          <a:p>
            <a:pPr marL="221615" indent="-20891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Key</a:t>
            </a:r>
            <a:r>
              <a:rPr dirty="0" sz="14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Features</a:t>
            </a:r>
            <a:r>
              <a:rPr dirty="0" sz="14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14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Visual</a:t>
            </a:r>
            <a:r>
              <a:rPr dirty="0" sz="14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Layout</a:t>
            </a:r>
            <a:r>
              <a:rPr dirty="0" sz="14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20">
                <a:solidFill>
                  <a:srgbClr val="212121"/>
                </a:solidFill>
                <a:latin typeface="Arial MT"/>
                <a:cs typeface="Arial MT"/>
              </a:rPr>
              <a:t>Tour</a:t>
            </a:r>
            <a:endParaRPr sz="1450">
              <a:latin typeface="Arial MT"/>
              <a:cs typeface="Arial MT"/>
            </a:endParaRPr>
          </a:p>
          <a:p>
            <a:pPr marL="212090" indent="-19939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212090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AI</a:t>
            </a:r>
            <a:r>
              <a:rPr dirty="0" sz="14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Workflow</a:t>
            </a:r>
            <a:r>
              <a:rPr dirty="0" sz="14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14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Local</a:t>
            </a:r>
            <a:r>
              <a:rPr dirty="0" sz="14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Hybrid</a:t>
            </a:r>
            <a:r>
              <a:rPr dirty="0" sz="145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Routing</a:t>
            </a:r>
            <a:r>
              <a:rPr dirty="0" sz="14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12121"/>
                </a:solidFill>
                <a:latin typeface="Arial MT"/>
                <a:cs typeface="Arial MT"/>
              </a:rPr>
              <a:t>Pipeline</a:t>
            </a:r>
            <a:endParaRPr sz="1450">
              <a:latin typeface="Arial MT"/>
              <a:cs typeface="Arial MT"/>
            </a:endParaRPr>
          </a:p>
          <a:p>
            <a:pPr marL="221615" indent="-20891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221615" algn="l"/>
              </a:tabLst>
            </a:pP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Future</a:t>
            </a:r>
            <a:r>
              <a:rPr dirty="0" sz="14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Scope</a:t>
            </a:r>
            <a:r>
              <a:rPr dirty="0" sz="14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14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450" spc="-10">
                <a:solidFill>
                  <a:srgbClr val="212121"/>
                </a:solidFill>
                <a:latin typeface="Arial MT"/>
                <a:cs typeface="Arial MT"/>
              </a:rPr>
              <a:t>Conclusions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Digital</a:t>
            </a:r>
            <a:r>
              <a:rPr dirty="0" sz="1050" spc="3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wellness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tracking</a:t>
            </a:r>
            <a:r>
              <a:rPr dirty="0" sz="1050" spc="3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dirty="0" sz="1050" spc="2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healthcare</a:t>
            </a:r>
            <a:r>
              <a:rPr dirty="0" sz="1050" spc="5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context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7016" y="2283999"/>
            <a:ext cx="8601710" cy="19964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1A75BC"/>
                </a:solidFill>
                <a:latin typeface="Arial"/>
                <a:cs typeface="Arial"/>
              </a:rPr>
              <a:t>Wellness</a:t>
            </a:r>
            <a:r>
              <a:rPr dirty="0" sz="1650" spc="-5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5BC"/>
                </a:solidFill>
                <a:latin typeface="Arial"/>
                <a:cs typeface="Arial"/>
              </a:rPr>
              <a:t>&amp;</a:t>
            </a:r>
            <a:r>
              <a:rPr dirty="0" sz="1650" spc="-3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A75BC"/>
                </a:solidFill>
                <a:latin typeface="Arial"/>
                <a:cs typeface="Arial"/>
              </a:rPr>
              <a:t>Medication</a:t>
            </a:r>
            <a:r>
              <a:rPr dirty="0" sz="1650" spc="-8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A75BC"/>
                </a:solidFill>
                <a:latin typeface="Arial"/>
                <a:cs typeface="Arial"/>
              </a:rPr>
              <a:t>Adherence</a:t>
            </a:r>
            <a:endParaRPr sz="1650">
              <a:latin typeface="Arial"/>
              <a:cs typeface="Arial"/>
            </a:endParaRPr>
          </a:p>
          <a:p>
            <a:pPr algn="just" marL="12700" marR="5080">
              <a:lnSpc>
                <a:spcPct val="101499"/>
              </a:lnSpc>
              <a:spcBef>
                <a:spcPts val="1645"/>
              </a:spcBef>
            </a:pP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Preventive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healthcare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relies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on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consistency.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Tracking</a:t>
            </a:r>
            <a:r>
              <a:rPr dirty="0" sz="13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vital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metrics—such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as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medication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compliance,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Arial MT"/>
                <a:cs typeface="Arial MT"/>
              </a:rPr>
              <a:t>physical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workout</a:t>
            </a:r>
            <a:r>
              <a:rPr dirty="0" sz="13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time,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sleep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recovery,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3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daily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water</a:t>
            </a:r>
            <a:r>
              <a:rPr dirty="0" sz="13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hydration—directly</a:t>
            </a:r>
            <a:r>
              <a:rPr dirty="0" sz="13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affects</a:t>
            </a:r>
            <a:r>
              <a:rPr dirty="0" sz="13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patient</a:t>
            </a:r>
            <a:r>
              <a:rPr dirty="0" sz="13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longevity</a:t>
            </a:r>
            <a:r>
              <a:rPr dirty="0" sz="13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3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reduces</a:t>
            </a:r>
            <a:r>
              <a:rPr dirty="0" sz="13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Arial MT"/>
                <a:cs typeface="Arial MT"/>
              </a:rPr>
              <a:t>incidence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3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non-communicable</a:t>
            </a:r>
            <a:r>
              <a:rPr dirty="0" sz="13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medical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Arial MT"/>
                <a:cs typeface="Arial MT"/>
              </a:rPr>
              <a:t>emergencies.</a:t>
            </a: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300">
              <a:latin typeface="Arial MT"/>
              <a:cs typeface="Arial MT"/>
            </a:endParaRPr>
          </a:p>
          <a:p>
            <a:pPr algn="just" marL="12700">
              <a:lnSpc>
                <a:spcPct val="100000"/>
              </a:lnSpc>
            </a:pPr>
            <a:r>
              <a:rPr dirty="0" sz="1650" b="1">
                <a:solidFill>
                  <a:srgbClr val="1A75BC"/>
                </a:solidFill>
                <a:latin typeface="Arial"/>
                <a:cs typeface="Arial"/>
              </a:rPr>
              <a:t>The</a:t>
            </a:r>
            <a:r>
              <a:rPr dirty="0" sz="1650" spc="-3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5BC"/>
                </a:solidFill>
                <a:latin typeface="Arial"/>
                <a:cs typeface="Arial"/>
              </a:rPr>
              <a:t>Role</a:t>
            </a:r>
            <a:r>
              <a:rPr dirty="0" sz="1650" spc="-3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5BC"/>
                </a:solidFill>
                <a:latin typeface="Arial"/>
                <a:cs typeface="Arial"/>
              </a:rPr>
              <a:t>of</a:t>
            </a:r>
            <a:r>
              <a:rPr dirty="0" sz="1650" spc="-3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1A75BC"/>
                </a:solidFill>
                <a:latin typeface="Arial"/>
                <a:cs typeface="Arial"/>
              </a:rPr>
              <a:t>MediTrack</a:t>
            </a:r>
            <a:endParaRPr sz="1650">
              <a:latin typeface="Arial"/>
              <a:cs typeface="Arial"/>
            </a:endParaRPr>
          </a:p>
          <a:p>
            <a:pPr marL="12700" marR="276860">
              <a:lnSpc>
                <a:spcPct val="101499"/>
              </a:lnSpc>
            </a:pP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MediTrack</a:t>
            </a:r>
            <a:r>
              <a:rPr dirty="0" sz="13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serves</a:t>
            </a:r>
            <a:r>
              <a:rPr dirty="0" sz="13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as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smart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medical</a:t>
            </a:r>
            <a:r>
              <a:rPr dirty="0" sz="13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companion</a:t>
            </a:r>
            <a:r>
              <a:rPr dirty="0" sz="130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unifies</a:t>
            </a:r>
            <a:r>
              <a:rPr dirty="0" sz="13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calendar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pill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reminders,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wellness</a:t>
            </a:r>
            <a:r>
              <a:rPr dirty="0" sz="130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logs,</a:t>
            </a:r>
            <a:r>
              <a:rPr dirty="0" sz="130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Arial MT"/>
                <a:cs typeface="Arial MT"/>
              </a:rPr>
              <a:t>artificial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intelligence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deliver</a:t>
            </a:r>
            <a:r>
              <a:rPr dirty="0" sz="130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context-aware</a:t>
            </a:r>
            <a:r>
              <a:rPr dirty="0" sz="130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insights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directly</a:t>
            </a:r>
            <a:r>
              <a:rPr dirty="0" sz="130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personal</a:t>
            </a:r>
            <a:r>
              <a:rPr dirty="0" sz="130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212121"/>
                </a:solidFill>
                <a:latin typeface="Arial MT"/>
                <a:cs typeface="Arial MT"/>
              </a:rPr>
              <a:t>database</a:t>
            </a:r>
            <a:r>
              <a:rPr dirty="0" sz="130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212121"/>
                </a:solidFill>
                <a:latin typeface="Arial MT"/>
                <a:cs typeface="Arial MT"/>
              </a:rPr>
              <a:t>records.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dirty="0" spc="-90"/>
              <a:t> </a:t>
            </a:r>
            <a:r>
              <a:rPr dirty="0" spc="-35"/>
              <a:t>STATEMENT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dirty="0" sz="1050" spc="4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wellness</a:t>
            </a:r>
            <a:r>
              <a:rPr dirty="0" sz="1050" spc="3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tracking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dirty="0" sz="1050" spc="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compliance</a:t>
            </a:r>
            <a:r>
              <a:rPr dirty="0" sz="1050" spc="6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20" b="0" i="1">
                <a:solidFill>
                  <a:srgbClr val="666666"/>
                </a:solidFill>
                <a:latin typeface="Arial"/>
                <a:cs typeface="Arial"/>
              </a:rPr>
              <a:t>gaps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6987" y="2230765"/>
            <a:ext cx="8606790" cy="239839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Dosing</a:t>
            </a:r>
            <a:r>
              <a:rPr dirty="0" sz="1450" spc="8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Forgetfulness</a:t>
            </a:r>
            <a:r>
              <a:rPr dirty="0" sz="1450" spc="5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&amp;</a:t>
            </a:r>
            <a:r>
              <a:rPr dirty="0" sz="1450" spc="9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Instruction</a:t>
            </a:r>
            <a:r>
              <a:rPr dirty="0" sz="1450" spc="10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A75BC"/>
                </a:solidFill>
                <a:latin typeface="Arial"/>
                <a:cs typeface="Arial"/>
              </a:rPr>
              <a:t>Confusion</a:t>
            </a:r>
            <a:endParaRPr sz="1450">
              <a:latin typeface="Arial"/>
              <a:cs typeface="Arial"/>
            </a:endParaRPr>
          </a:p>
          <a:p>
            <a:pPr marL="12700" marR="220345">
              <a:lnSpc>
                <a:spcPct val="100000"/>
              </a:lnSpc>
              <a:spcBef>
                <a:spcPts val="345"/>
              </a:spcBef>
            </a:pP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Patients</a:t>
            </a:r>
            <a:r>
              <a:rPr dirty="0" sz="120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frequently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forget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schedules</a:t>
            </a:r>
            <a:r>
              <a:rPr dirty="0" sz="1200" spc="-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misinterpret</a:t>
            </a:r>
            <a:r>
              <a:rPr dirty="0" sz="12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complex</a:t>
            </a:r>
            <a:r>
              <a:rPr dirty="0" sz="12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meal/time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instructions,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leading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missed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treatments</a:t>
            </a:r>
            <a:r>
              <a:rPr dirty="0" sz="1200" spc="-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higher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clinical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readmission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costs.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Fragmented</a:t>
            </a:r>
            <a:r>
              <a:rPr dirty="0" sz="1450" spc="7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&amp;</a:t>
            </a:r>
            <a:r>
              <a:rPr dirty="0" sz="1450" spc="7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Static</a:t>
            </a:r>
            <a:r>
              <a:rPr dirty="0" sz="1450" spc="7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Logging</a:t>
            </a:r>
            <a:r>
              <a:rPr dirty="0" sz="1450" spc="5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A75BC"/>
                </a:solidFill>
                <a:latin typeface="Arial"/>
                <a:cs typeface="Arial"/>
              </a:rPr>
              <a:t>Systems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  <a:spcBef>
                <a:spcPts val="405"/>
              </a:spcBef>
            </a:pP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Existing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trackers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are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isolated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spreadsheets</a:t>
            </a:r>
            <a:r>
              <a:rPr dirty="0" sz="12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paper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checklists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that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fail</a:t>
            </a:r>
            <a:r>
              <a:rPr dirty="0" sz="12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correlate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medication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adherence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hydration,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sleep,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physical</a:t>
            </a:r>
            <a:r>
              <a:rPr dirty="0" sz="12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fitness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records.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Generic</a:t>
            </a:r>
            <a:r>
              <a:rPr dirty="0" sz="1450" spc="5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Coaching</a:t>
            </a:r>
            <a:r>
              <a:rPr dirty="0" sz="1450" spc="3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&amp;</a:t>
            </a:r>
            <a:r>
              <a:rPr dirty="0" sz="1450" spc="7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Lack</a:t>
            </a:r>
            <a:r>
              <a:rPr dirty="0" sz="1450" spc="3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1A75BC"/>
                </a:solidFill>
                <a:latin typeface="Arial"/>
                <a:cs typeface="Arial"/>
              </a:rPr>
              <a:t>of</a:t>
            </a:r>
            <a:r>
              <a:rPr dirty="0" sz="1450" spc="4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1A75BC"/>
                </a:solidFill>
                <a:latin typeface="Arial"/>
                <a:cs typeface="Arial"/>
              </a:rPr>
              <a:t>Personalization</a:t>
            </a:r>
            <a:endParaRPr sz="1450">
              <a:latin typeface="Arial"/>
              <a:cs typeface="Arial"/>
            </a:endParaRPr>
          </a:p>
          <a:p>
            <a:pPr marL="12700" marR="29781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Popular</a:t>
            </a:r>
            <a:r>
              <a:rPr dirty="0" sz="12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tools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offer</a:t>
            </a:r>
            <a:r>
              <a:rPr dirty="0" sz="1200" spc="-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generic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internet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advice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instead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analyzing the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patient's</a:t>
            </a:r>
            <a:r>
              <a:rPr dirty="0" sz="12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private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records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compliance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rates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for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personalized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tips.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dirty="0" spc="-120"/>
              <a:t> </a:t>
            </a:r>
            <a:r>
              <a:rPr dirty="0" spc="-10"/>
              <a:t>SOLUTION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MediTrack:</a:t>
            </a:r>
            <a:r>
              <a:rPr dirty="0" sz="1050" spc="1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050" spc="-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unified</a:t>
            </a:r>
            <a:r>
              <a:rPr dirty="0" sz="1050" spc="-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AI</a:t>
            </a:r>
            <a:r>
              <a:rPr dirty="0" sz="1050" spc="-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health</a:t>
            </a:r>
            <a:r>
              <a:rPr dirty="0" sz="1050" spc="3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companion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6987" y="2230765"/>
            <a:ext cx="8631555" cy="239839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Premium</a:t>
            </a:r>
            <a:r>
              <a:rPr dirty="0" sz="1450" spc="8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Glassmorphic</a:t>
            </a:r>
            <a:r>
              <a:rPr dirty="0" sz="1450" spc="9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UI</a:t>
            </a:r>
            <a:r>
              <a:rPr dirty="0" sz="1450" spc="9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FB880"/>
                </a:solidFill>
                <a:latin typeface="Arial"/>
                <a:cs typeface="Arial"/>
              </a:rPr>
              <a:t>Companion</a:t>
            </a:r>
            <a:endParaRPr sz="1450">
              <a:latin typeface="Arial"/>
              <a:cs typeface="Arial"/>
            </a:endParaRPr>
          </a:p>
          <a:p>
            <a:pPr marL="12700" marR="478790">
              <a:lnSpc>
                <a:spcPct val="100000"/>
              </a:lnSpc>
              <a:spcBef>
                <a:spcPts val="345"/>
              </a:spcBef>
            </a:pP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200" spc="-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responsive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web application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designed</a:t>
            </a:r>
            <a:r>
              <a:rPr dirty="0" sz="12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modern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dark-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mode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layouts,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providing immediate</a:t>
            </a:r>
            <a:r>
              <a:rPr dirty="0" sz="12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access</a:t>
            </a:r>
            <a:r>
              <a:rPr dirty="0" sz="12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medication</a:t>
            </a:r>
            <a:r>
              <a:rPr dirty="0" sz="12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grids,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tracking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logs,</a:t>
            </a:r>
            <a:r>
              <a:rPr dirty="0" sz="12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chat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assistants.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Holistic</a:t>
            </a:r>
            <a:r>
              <a:rPr dirty="0" sz="1450" spc="8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Wellness</a:t>
            </a:r>
            <a:r>
              <a:rPr dirty="0" sz="1450" spc="8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Logging</a:t>
            </a:r>
            <a:r>
              <a:rPr dirty="0" sz="1450" spc="6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0FB880"/>
                </a:solidFill>
                <a:latin typeface="Arial"/>
                <a:cs typeface="Arial"/>
              </a:rPr>
              <a:t>Widgets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ts val="1430"/>
              </a:lnSpc>
              <a:spcBef>
                <a:spcPts val="405"/>
              </a:spcBef>
            </a:pP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Enables</a:t>
            </a:r>
            <a:r>
              <a:rPr dirty="0" sz="12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quick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logging of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daily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water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glasses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(ml),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sleep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duration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(hours),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physical</a:t>
            </a:r>
            <a:r>
              <a:rPr dirty="0" sz="12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exercise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(minutes)</a:t>
            </a:r>
            <a:r>
              <a:rPr dirty="0" sz="12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directly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dirty="0" sz="12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client dashboard.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Contextual</a:t>
            </a:r>
            <a:r>
              <a:rPr dirty="0" sz="1450" spc="3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Gemini</a:t>
            </a:r>
            <a:r>
              <a:rPr dirty="0" sz="1450" spc="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AI</a:t>
            </a:r>
            <a:r>
              <a:rPr dirty="0" sz="1450" spc="12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0FB880"/>
                </a:solidFill>
                <a:latin typeface="Arial"/>
                <a:cs typeface="Arial"/>
              </a:rPr>
              <a:t>Health</a:t>
            </a:r>
            <a:r>
              <a:rPr dirty="0" sz="1450" spc="-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450" spc="-20" b="1">
                <a:solidFill>
                  <a:srgbClr val="0FB880"/>
                </a:solidFill>
                <a:latin typeface="Arial"/>
                <a:cs typeface="Arial"/>
              </a:rPr>
              <a:t>Agent</a:t>
            </a:r>
            <a:endParaRPr sz="1450">
              <a:latin typeface="Arial"/>
              <a:cs typeface="Arial"/>
            </a:endParaRPr>
          </a:p>
          <a:p>
            <a:pPr marL="12700" marR="260985">
              <a:lnSpc>
                <a:spcPct val="100000"/>
              </a:lnSpc>
              <a:spcBef>
                <a:spcPts val="330"/>
              </a:spcBef>
            </a:pP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Fuses</a:t>
            </a:r>
            <a:r>
              <a:rPr dirty="0" sz="1200" spc="-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cloud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storage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Google</a:t>
            </a:r>
            <a:r>
              <a:rPr dirty="0" sz="12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Gemini</a:t>
            </a:r>
            <a:r>
              <a:rPr dirty="0" sz="1200" spc="-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AI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analyze</a:t>
            </a:r>
            <a:r>
              <a:rPr dirty="0" sz="12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user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history.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Deterministic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queries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resolve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instantly</a:t>
            </a:r>
            <a:r>
              <a:rPr dirty="0" sz="12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locally, bypassing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unnecessary</a:t>
            </a:r>
            <a:r>
              <a:rPr dirty="0" sz="12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external</a:t>
            </a:r>
            <a:r>
              <a:rPr dirty="0" sz="12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212121"/>
                </a:solidFill>
                <a:latin typeface="Arial MT"/>
                <a:cs typeface="Arial MT"/>
              </a:rPr>
              <a:t>network</a:t>
            </a:r>
            <a:r>
              <a:rPr dirty="0" sz="12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212121"/>
                </a:solidFill>
                <a:latin typeface="Arial MT"/>
                <a:cs typeface="Arial MT"/>
              </a:rPr>
              <a:t>requests.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PROJECT</a:t>
            </a:r>
            <a:r>
              <a:rPr dirty="0" spc="-90"/>
              <a:t> </a:t>
            </a:r>
            <a:r>
              <a:rPr dirty="0" spc="-10"/>
              <a:t>OBJECTIVES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Targets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established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for</a:t>
            </a:r>
            <a:r>
              <a:rPr dirty="0" sz="1050" spc="2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dirty="0" sz="1050" spc="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capstone</a:t>
            </a:r>
            <a:r>
              <a:rPr dirty="0" sz="1050" spc="2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system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6985" y="2285515"/>
            <a:ext cx="8601075" cy="1439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8275" indent="-155575">
              <a:lnSpc>
                <a:spcPct val="100000"/>
              </a:lnSpc>
              <a:spcBef>
                <a:spcPts val="105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Improve</a:t>
            </a:r>
            <a:r>
              <a:rPr dirty="0" sz="1350" spc="2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Compliance:</a:t>
            </a:r>
            <a:r>
              <a:rPr dirty="0" sz="1350" spc="2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Provide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visual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calendar</a:t>
            </a:r>
            <a:r>
              <a:rPr dirty="0" sz="13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grids</a:t>
            </a:r>
            <a:r>
              <a:rPr dirty="0" sz="13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3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quick-tick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logs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mapping</a:t>
            </a:r>
            <a:r>
              <a:rPr dirty="0" sz="1350" spc="-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Taken/Missed</a:t>
            </a:r>
            <a:r>
              <a:rPr dirty="0" sz="135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schedules.</a:t>
            </a:r>
            <a:endParaRPr sz="1350">
              <a:latin typeface="Arial MT"/>
              <a:cs typeface="Arial MT"/>
            </a:endParaRPr>
          </a:p>
          <a:p>
            <a:pPr marL="168275" indent="-155575">
              <a:lnSpc>
                <a:spcPct val="100000"/>
              </a:lnSpc>
              <a:spcBef>
                <a:spcPts val="1005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Connect Wellness</a:t>
            </a:r>
            <a:r>
              <a:rPr dirty="0" sz="13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Metrics:</a:t>
            </a:r>
            <a:r>
              <a:rPr dirty="0" sz="1350" spc="-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Centralize</a:t>
            </a:r>
            <a:r>
              <a:rPr dirty="0" sz="13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water,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sleep,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workout</a:t>
            </a:r>
            <a:r>
              <a:rPr dirty="0" sz="13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duration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parameters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alongside</a:t>
            </a:r>
            <a:r>
              <a:rPr dirty="0" sz="13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medications.</a:t>
            </a:r>
            <a:endParaRPr sz="1350">
              <a:latin typeface="Arial MT"/>
              <a:cs typeface="Arial MT"/>
            </a:endParaRPr>
          </a:p>
          <a:p>
            <a:pPr marL="168275" indent="-155575">
              <a:lnSpc>
                <a:spcPct val="100000"/>
              </a:lnSpc>
              <a:spcBef>
                <a:spcPts val="1010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Compute</a:t>
            </a:r>
            <a:r>
              <a:rPr dirty="0" sz="1350" spc="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Daily</a:t>
            </a:r>
            <a:r>
              <a:rPr dirty="0" sz="1350" spc="1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Health</a:t>
            </a:r>
            <a:r>
              <a:rPr dirty="0" sz="13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Score: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Formulate</a:t>
            </a:r>
            <a:r>
              <a:rPr dirty="0" sz="13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dynamic</a:t>
            </a:r>
            <a:r>
              <a:rPr dirty="0" sz="13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score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out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of 100 on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load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assessing</a:t>
            </a:r>
            <a:r>
              <a:rPr dirty="0" sz="13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routine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compliance.</a:t>
            </a:r>
            <a:endParaRPr sz="1350">
              <a:latin typeface="Arial MT"/>
              <a:cs typeface="Arial MT"/>
            </a:endParaRPr>
          </a:p>
          <a:p>
            <a:pPr marL="12700" marR="20320" indent="155575">
              <a:lnSpc>
                <a:spcPct val="100699"/>
              </a:lnSpc>
              <a:spcBef>
                <a:spcPts val="985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Deliver</a:t>
            </a:r>
            <a:r>
              <a:rPr dirty="0" sz="1350" spc="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Secure</a:t>
            </a:r>
            <a:r>
              <a:rPr dirty="0" sz="1350" spc="-4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AI</a:t>
            </a:r>
            <a:r>
              <a:rPr dirty="0" sz="1350" spc="5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Coaching:</a:t>
            </a:r>
            <a:r>
              <a:rPr dirty="0" sz="1350" spc="2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Utilize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Google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Gemini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SDK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to compile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direct</a:t>
            </a:r>
            <a:r>
              <a:rPr dirty="0" sz="13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user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insights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securely</a:t>
            </a:r>
            <a:r>
              <a:rPr dirty="0" sz="13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via</a:t>
            </a:r>
            <a:r>
              <a:rPr dirty="0" sz="13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25">
                <a:solidFill>
                  <a:srgbClr val="212121"/>
                </a:solidFill>
                <a:latin typeface="Arial MT"/>
                <a:cs typeface="Arial MT"/>
              </a:rPr>
              <a:t>JWT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validation.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UN</a:t>
            </a:r>
            <a:r>
              <a:rPr dirty="0" spc="-30"/>
              <a:t> </a:t>
            </a:r>
            <a:r>
              <a:rPr dirty="0"/>
              <a:t>SDG</a:t>
            </a:r>
            <a:r>
              <a:rPr dirty="0" spc="-40"/>
              <a:t> </a:t>
            </a:r>
            <a:r>
              <a:rPr dirty="0"/>
              <a:t>3:</a:t>
            </a:r>
            <a:r>
              <a:rPr dirty="0" spc="-25"/>
              <a:t> </a:t>
            </a:r>
            <a:r>
              <a:rPr dirty="0"/>
              <a:t>GOOD</a:t>
            </a:r>
            <a:r>
              <a:rPr dirty="0" spc="-30"/>
              <a:t> HEALTH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20"/>
              <a:t>WELL-</a:t>
            </a:r>
            <a:r>
              <a:rPr dirty="0" spc="-10"/>
              <a:t>BEING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Core</a:t>
            </a:r>
            <a:r>
              <a:rPr dirty="0" sz="1050" spc="1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alignment</a:t>
            </a:r>
            <a:r>
              <a:rPr dirty="0" sz="1050" spc="7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with global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wellness</a:t>
            </a:r>
            <a:r>
              <a:rPr dirty="0" sz="1050" spc="3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objectives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7040" y="2283991"/>
            <a:ext cx="8720455" cy="19405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Target</a:t>
            </a:r>
            <a:r>
              <a:rPr dirty="0" sz="1550" spc="1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3.4</a:t>
            </a:r>
            <a:r>
              <a:rPr dirty="0" sz="15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-</a:t>
            </a:r>
            <a:r>
              <a:rPr dirty="0" sz="1550" spc="1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Reduce</a:t>
            </a:r>
            <a:r>
              <a:rPr dirty="0" sz="15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Premature</a:t>
            </a:r>
            <a:r>
              <a:rPr dirty="0" sz="1550" spc="-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1A75BC"/>
                </a:solidFill>
                <a:latin typeface="Arial"/>
                <a:cs typeface="Arial"/>
              </a:rPr>
              <a:t>Mortality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02400"/>
              </a:lnSpc>
              <a:spcBef>
                <a:spcPts val="1655"/>
              </a:spcBef>
            </a:pP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By</a:t>
            </a:r>
            <a:r>
              <a:rPr dirty="0" sz="125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tracking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medication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adherence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5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stats,</a:t>
            </a:r>
            <a:r>
              <a:rPr dirty="0" sz="12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MediTrack</a:t>
            </a:r>
            <a:r>
              <a:rPr dirty="0" sz="12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aids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25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preventing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adverse</a:t>
            </a:r>
            <a:r>
              <a:rPr dirty="0" sz="12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escalations</a:t>
            </a:r>
            <a:r>
              <a:rPr dirty="0" sz="12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2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chronic</a:t>
            </a:r>
            <a:r>
              <a:rPr dirty="0" sz="12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 spc="-10">
                <a:solidFill>
                  <a:srgbClr val="212121"/>
                </a:solidFill>
                <a:latin typeface="Arial MT"/>
                <a:cs typeface="Arial MT"/>
              </a:rPr>
              <a:t>illnesses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(such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as</a:t>
            </a:r>
            <a:r>
              <a:rPr dirty="0" sz="125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cardiovascular</a:t>
            </a:r>
            <a:r>
              <a:rPr dirty="0" sz="12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conditions</a:t>
            </a:r>
            <a:r>
              <a:rPr dirty="0" sz="12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or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diabetes),</a:t>
            </a:r>
            <a:r>
              <a:rPr dirty="0" sz="12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supporting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2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UN</a:t>
            </a:r>
            <a:r>
              <a:rPr dirty="0" sz="1250" spc="9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target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250" spc="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reducing</a:t>
            </a:r>
            <a:r>
              <a:rPr dirty="0" sz="12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mortality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from</a:t>
            </a:r>
            <a:r>
              <a:rPr dirty="0" sz="125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non-</a:t>
            </a:r>
            <a:r>
              <a:rPr dirty="0" sz="1250" spc="-10">
                <a:solidFill>
                  <a:srgbClr val="212121"/>
                </a:solidFill>
                <a:latin typeface="Arial MT"/>
                <a:cs typeface="Arial MT"/>
              </a:rPr>
              <a:t>communicable diseases.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Target 3.8 -</a:t>
            </a:r>
            <a:r>
              <a:rPr dirty="0" sz="1550" spc="-4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Achieve</a:t>
            </a:r>
            <a:r>
              <a:rPr dirty="0" sz="1550" spc="6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Universal</a:t>
            </a:r>
            <a:r>
              <a:rPr dirty="0" sz="1550" spc="4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Health</a:t>
            </a:r>
            <a:r>
              <a:rPr dirty="0" sz="1550" spc="-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Coverage</a:t>
            </a:r>
            <a:r>
              <a:rPr dirty="0" sz="1550" spc="6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&amp;</a:t>
            </a:r>
            <a:r>
              <a:rPr dirty="0" sz="1550" spc="-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1A75BC"/>
                </a:solidFill>
                <a:latin typeface="Arial"/>
                <a:cs typeface="Arial"/>
              </a:rPr>
              <a:t>Self-</a:t>
            </a:r>
            <a:r>
              <a:rPr dirty="0" sz="1550" spc="-20" b="1">
                <a:solidFill>
                  <a:srgbClr val="1A75BC"/>
                </a:solidFill>
                <a:latin typeface="Arial"/>
                <a:cs typeface="Arial"/>
              </a:rPr>
              <a:t>Care</a:t>
            </a:r>
            <a:endParaRPr sz="1550">
              <a:latin typeface="Arial"/>
              <a:cs typeface="Arial"/>
            </a:endParaRPr>
          </a:p>
          <a:p>
            <a:pPr marL="12700" marR="587375">
              <a:lnSpc>
                <a:spcPct val="102400"/>
              </a:lnSpc>
            </a:pP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Fosters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universal</a:t>
            </a:r>
            <a:r>
              <a:rPr dirty="0" sz="12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accessibility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25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personalized</a:t>
            </a:r>
            <a:r>
              <a:rPr dirty="0" sz="125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125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coaching.</a:t>
            </a:r>
            <a:r>
              <a:rPr dirty="0" sz="12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By</a:t>
            </a:r>
            <a:r>
              <a:rPr dirty="0" sz="1250" spc="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providing</a:t>
            </a:r>
            <a:r>
              <a:rPr dirty="0" sz="125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digital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self-care</a:t>
            </a:r>
            <a:r>
              <a:rPr dirty="0" sz="125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metrics</a:t>
            </a:r>
            <a:r>
              <a:rPr dirty="0" sz="12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5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direct</a:t>
            </a:r>
            <a:r>
              <a:rPr dirty="0" sz="125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 spc="-25">
                <a:solidFill>
                  <a:srgbClr val="212121"/>
                </a:solidFill>
                <a:latin typeface="Arial MT"/>
                <a:cs typeface="Arial MT"/>
              </a:rPr>
              <a:t>AI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coaching</a:t>
            </a:r>
            <a:r>
              <a:rPr dirty="0" sz="125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support,</a:t>
            </a:r>
            <a:r>
              <a:rPr dirty="0" sz="12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it</a:t>
            </a:r>
            <a:r>
              <a:rPr dirty="0" sz="1250" spc="7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lowers</a:t>
            </a:r>
            <a:r>
              <a:rPr dirty="0" sz="1250" spc="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clinical</a:t>
            </a:r>
            <a:r>
              <a:rPr dirty="0" sz="12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dependence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25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offers</a:t>
            </a:r>
            <a:r>
              <a:rPr dirty="0" sz="12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primary</a:t>
            </a:r>
            <a:r>
              <a:rPr dirty="0" sz="12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tracking</a:t>
            </a:r>
            <a:r>
              <a:rPr dirty="0" sz="12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12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250" spc="-20">
                <a:solidFill>
                  <a:srgbClr val="212121"/>
                </a:solidFill>
                <a:latin typeface="Arial MT"/>
                <a:cs typeface="Arial MT"/>
              </a:rPr>
              <a:t>all.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SYSTEM</a:t>
            </a:r>
            <a:r>
              <a:rPr dirty="0" spc="-110"/>
              <a:t> </a:t>
            </a:r>
            <a:r>
              <a:rPr dirty="0" spc="-10"/>
              <a:t>ARCHITECTURE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Our</a:t>
            </a:r>
            <a:r>
              <a:rPr dirty="0" sz="1050" spc="6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Full-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Stack</a:t>
            </a:r>
            <a:r>
              <a:rPr dirty="0" sz="1050" spc="7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Software</a:t>
            </a:r>
            <a:r>
              <a:rPr dirty="0" sz="1050" spc="7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Ecosystem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99694" y="2411729"/>
            <a:ext cx="8859520" cy="913130"/>
            <a:chOff x="599694" y="2411729"/>
            <a:chExt cx="8859520" cy="913130"/>
          </a:xfrm>
        </p:grpSpPr>
        <p:sp>
          <p:nvSpPr>
            <p:cNvPr id="5" name="object 5"/>
            <p:cNvSpPr/>
            <p:nvPr/>
          </p:nvSpPr>
          <p:spPr>
            <a:xfrm>
              <a:off x="603752" y="2423330"/>
              <a:ext cx="8851265" cy="897890"/>
            </a:xfrm>
            <a:custGeom>
              <a:avLst/>
              <a:gdLst/>
              <a:ahLst/>
              <a:cxnLst/>
              <a:rect l="l" t="t" r="r" b="b"/>
              <a:pathLst>
                <a:path w="8851265" h="897889">
                  <a:moveTo>
                    <a:pt x="7197" y="97889"/>
                  </a:moveTo>
                  <a:lnTo>
                    <a:pt x="7542" y="95792"/>
                  </a:lnTo>
                  <a:lnTo>
                    <a:pt x="8530" y="93890"/>
                  </a:lnTo>
                  <a:lnTo>
                    <a:pt x="7197" y="97889"/>
                  </a:lnTo>
                  <a:close/>
                </a:path>
                <a:path w="8851265" h="897889">
                  <a:moveTo>
                    <a:pt x="101466" y="976"/>
                  </a:moveTo>
                  <a:lnTo>
                    <a:pt x="103335" y="0"/>
                  </a:lnTo>
                  <a:lnTo>
                    <a:pt x="104395" y="0"/>
                  </a:lnTo>
                  <a:lnTo>
                    <a:pt x="101466" y="976"/>
                  </a:lnTo>
                  <a:close/>
                </a:path>
                <a:path w="8851265" h="897889">
                  <a:moveTo>
                    <a:pt x="8700268" y="897461"/>
                  </a:moveTo>
                  <a:lnTo>
                    <a:pt x="150605" y="897461"/>
                  </a:lnTo>
                  <a:lnTo>
                    <a:pt x="141211" y="895943"/>
                  </a:lnTo>
                  <a:lnTo>
                    <a:pt x="8700268" y="897461"/>
                  </a:lnTo>
                  <a:close/>
                </a:path>
                <a:path w="8851265" h="897889">
                  <a:moveTo>
                    <a:pt x="106246" y="890291"/>
                  </a:moveTo>
                  <a:lnTo>
                    <a:pt x="103335" y="889820"/>
                  </a:lnTo>
                  <a:lnTo>
                    <a:pt x="100590" y="888406"/>
                  </a:lnTo>
                  <a:lnTo>
                    <a:pt x="106246" y="890291"/>
                  </a:lnTo>
                  <a:close/>
                </a:path>
                <a:path w="8851265" h="897889">
                  <a:moveTo>
                    <a:pt x="62184" y="868608"/>
                  </a:moveTo>
                  <a:lnTo>
                    <a:pt x="58631" y="865182"/>
                  </a:lnTo>
                  <a:lnTo>
                    <a:pt x="59188" y="865461"/>
                  </a:lnTo>
                  <a:lnTo>
                    <a:pt x="62184" y="868608"/>
                  </a:lnTo>
                  <a:close/>
                </a:path>
                <a:path w="8851265" h="897889">
                  <a:moveTo>
                    <a:pt x="65641" y="870390"/>
                  </a:moveTo>
                  <a:lnTo>
                    <a:pt x="62184" y="868608"/>
                  </a:lnTo>
                  <a:lnTo>
                    <a:pt x="65284" y="870033"/>
                  </a:lnTo>
                  <a:lnTo>
                    <a:pt x="65641" y="870390"/>
                  </a:lnTo>
                  <a:close/>
                </a:path>
                <a:path w="8851265" h="897889">
                  <a:moveTo>
                    <a:pt x="33279" y="840001"/>
                  </a:moveTo>
                  <a:lnTo>
                    <a:pt x="29760" y="836505"/>
                  </a:lnTo>
                  <a:lnTo>
                    <a:pt x="30232" y="836505"/>
                  </a:lnTo>
                  <a:lnTo>
                    <a:pt x="33279" y="839553"/>
                  </a:lnTo>
                  <a:lnTo>
                    <a:pt x="33279" y="840001"/>
                  </a:lnTo>
                  <a:close/>
                </a:path>
                <a:path w="8851265" h="897889">
                  <a:moveTo>
                    <a:pt x="28708" y="835043"/>
                  </a:moveTo>
                  <a:lnTo>
                    <a:pt x="27106" y="831973"/>
                  </a:lnTo>
                  <a:lnTo>
                    <a:pt x="28708" y="833457"/>
                  </a:lnTo>
                  <a:lnTo>
                    <a:pt x="28708" y="835043"/>
                  </a:lnTo>
                  <a:close/>
                </a:path>
                <a:path w="8851265" h="897889">
                  <a:moveTo>
                    <a:pt x="7437" y="793822"/>
                  </a:moveTo>
                  <a:lnTo>
                    <a:pt x="6695" y="789261"/>
                  </a:lnTo>
                  <a:lnTo>
                    <a:pt x="7372" y="789261"/>
                  </a:lnTo>
                  <a:lnTo>
                    <a:pt x="7437" y="793822"/>
                  </a:lnTo>
                  <a:close/>
                </a:path>
                <a:path w="8851265" h="897889">
                  <a:moveTo>
                    <a:pt x="8896" y="797061"/>
                  </a:moveTo>
                  <a:lnTo>
                    <a:pt x="7437" y="793822"/>
                  </a:lnTo>
                  <a:lnTo>
                    <a:pt x="7372" y="789261"/>
                  </a:lnTo>
                  <a:lnTo>
                    <a:pt x="8896" y="793822"/>
                  </a:lnTo>
                  <a:lnTo>
                    <a:pt x="8896" y="797061"/>
                  </a:lnTo>
                  <a:close/>
                </a:path>
                <a:path w="8851265" h="897889">
                  <a:moveTo>
                    <a:pt x="1276" y="755955"/>
                  </a:moveTo>
                  <a:lnTo>
                    <a:pt x="0" y="748113"/>
                  </a:lnTo>
                  <a:lnTo>
                    <a:pt x="1276" y="748113"/>
                  </a:lnTo>
                  <a:lnTo>
                    <a:pt x="1276" y="755955"/>
                  </a:lnTo>
                  <a:close/>
                </a:path>
                <a:path w="8851265" h="897889">
                  <a:moveTo>
                    <a:pt x="8823112" y="56217"/>
                  </a:moveTo>
                  <a:lnTo>
                    <a:pt x="8822188" y="56217"/>
                  </a:lnTo>
                  <a:lnTo>
                    <a:pt x="8822188" y="54425"/>
                  </a:lnTo>
                  <a:lnTo>
                    <a:pt x="8823112" y="56217"/>
                  </a:lnTo>
                  <a:close/>
                </a:path>
                <a:path w="8851265" h="897889">
                  <a:moveTo>
                    <a:pt x="8849645" y="755982"/>
                  </a:moveTo>
                  <a:lnTo>
                    <a:pt x="8851101" y="143085"/>
                  </a:lnTo>
                  <a:lnTo>
                    <a:pt x="8851144" y="746589"/>
                  </a:lnTo>
                  <a:lnTo>
                    <a:pt x="8849645" y="755982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3504" y="2415539"/>
              <a:ext cx="8851900" cy="905510"/>
            </a:xfrm>
            <a:custGeom>
              <a:avLst/>
              <a:gdLst/>
              <a:ahLst/>
              <a:cxnLst/>
              <a:rect l="l" t="t" r="r" b="b"/>
              <a:pathLst>
                <a:path w="8851900" h="905510">
                  <a:moveTo>
                    <a:pt x="7454" y="105651"/>
                  </a:moveTo>
                  <a:lnTo>
                    <a:pt x="7790" y="103583"/>
                  </a:lnTo>
                  <a:lnTo>
                    <a:pt x="8767" y="101714"/>
                  </a:lnTo>
                </a:path>
                <a:path w="8851900" h="905510">
                  <a:moveTo>
                    <a:pt x="29315" y="62124"/>
                  </a:moveTo>
                  <a:lnTo>
                    <a:pt x="32011" y="59443"/>
                  </a:lnTo>
                </a:path>
                <a:path w="8851900" h="905510">
                  <a:moveTo>
                    <a:pt x="59519" y="32088"/>
                  </a:moveTo>
                  <a:lnTo>
                    <a:pt x="62132" y="29327"/>
                  </a:lnTo>
                </a:path>
                <a:path w="8851900" h="905510">
                  <a:moveTo>
                    <a:pt x="101684" y="8777"/>
                  </a:moveTo>
                  <a:lnTo>
                    <a:pt x="103583" y="7790"/>
                  </a:lnTo>
                  <a:lnTo>
                    <a:pt x="105680" y="7445"/>
                  </a:lnTo>
                </a:path>
                <a:path w="8851900" h="905510">
                  <a:moveTo>
                    <a:pt x="150876" y="0"/>
                  </a:moveTo>
                  <a:lnTo>
                    <a:pt x="8700516" y="0"/>
                  </a:lnTo>
                </a:path>
                <a:path w="8851900" h="905510">
                  <a:moveTo>
                    <a:pt x="8700516" y="905252"/>
                  </a:moveTo>
                  <a:lnTo>
                    <a:pt x="150876" y="905255"/>
                  </a:lnTo>
                  <a:lnTo>
                    <a:pt x="141459" y="903733"/>
                  </a:lnTo>
                </a:path>
                <a:path w="8851900" h="905510">
                  <a:moveTo>
                    <a:pt x="106494" y="898082"/>
                  </a:moveTo>
                  <a:lnTo>
                    <a:pt x="103583" y="897611"/>
                  </a:lnTo>
                  <a:lnTo>
                    <a:pt x="100838" y="896196"/>
                  </a:lnTo>
                </a:path>
                <a:path w="8851900" h="905510">
                  <a:moveTo>
                    <a:pt x="65889" y="878181"/>
                  </a:moveTo>
                  <a:lnTo>
                    <a:pt x="62432" y="876399"/>
                  </a:lnTo>
                  <a:lnTo>
                    <a:pt x="62273" y="876232"/>
                  </a:lnTo>
                  <a:lnTo>
                    <a:pt x="59350" y="873338"/>
                  </a:lnTo>
                </a:path>
                <a:path w="8851900" h="905510">
                  <a:moveTo>
                    <a:pt x="33527" y="847777"/>
                  </a:moveTo>
                  <a:lnTo>
                    <a:pt x="30010" y="844295"/>
                  </a:lnTo>
                </a:path>
                <a:path w="8851900" h="905510">
                  <a:moveTo>
                    <a:pt x="28956" y="842833"/>
                  </a:moveTo>
                  <a:lnTo>
                    <a:pt x="27354" y="839764"/>
                  </a:lnTo>
                </a:path>
                <a:path w="8851900" h="905510">
                  <a:moveTo>
                    <a:pt x="25908" y="836990"/>
                  </a:moveTo>
                  <a:lnTo>
                    <a:pt x="25565" y="836333"/>
                  </a:lnTo>
                </a:path>
                <a:path w="8851900" h="905510">
                  <a:moveTo>
                    <a:pt x="10668" y="807774"/>
                  </a:moveTo>
                  <a:lnTo>
                    <a:pt x="9844" y="806195"/>
                  </a:lnTo>
                </a:path>
                <a:path w="8851900" h="905510">
                  <a:moveTo>
                    <a:pt x="9143" y="804852"/>
                  </a:moveTo>
                  <a:lnTo>
                    <a:pt x="7790" y="802257"/>
                  </a:lnTo>
                  <a:lnTo>
                    <a:pt x="7685" y="801613"/>
                  </a:lnTo>
                  <a:lnTo>
                    <a:pt x="6943" y="797051"/>
                  </a:lnTo>
                </a:path>
                <a:path w="8851900" h="905510">
                  <a:moveTo>
                    <a:pt x="6095" y="791843"/>
                  </a:moveTo>
                  <a:lnTo>
                    <a:pt x="5951" y="790956"/>
                  </a:lnTo>
                </a:path>
                <a:path w="8851900" h="905510">
                  <a:moveTo>
                    <a:pt x="1523" y="763745"/>
                  </a:moveTo>
                  <a:lnTo>
                    <a:pt x="247" y="755903"/>
                  </a:lnTo>
                </a:path>
                <a:path w="8851900" h="905510">
                  <a:moveTo>
                    <a:pt x="0" y="754379"/>
                  </a:moveTo>
                  <a:lnTo>
                    <a:pt x="0" y="152400"/>
                  </a:lnTo>
                  <a:lnTo>
                    <a:pt x="108" y="150883"/>
                  </a:lnTo>
                </a:path>
                <a:path w="8851900" h="905510">
                  <a:moveTo>
                    <a:pt x="8817864" y="57625"/>
                  </a:moveTo>
                  <a:lnTo>
                    <a:pt x="8818149" y="57911"/>
                  </a:lnTo>
                </a:path>
                <a:path w="8851900" h="905510">
                  <a:moveTo>
                    <a:pt x="8822436" y="62215"/>
                  </a:moveTo>
                  <a:lnTo>
                    <a:pt x="8823359" y="64008"/>
                  </a:lnTo>
                </a:path>
                <a:path w="8851900" h="905510">
                  <a:moveTo>
                    <a:pt x="8843772" y="103583"/>
                  </a:moveTo>
                  <a:lnTo>
                    <a:pt x="8844025" y="105156"/>
                  </a:lnTo>
                </a:path>
                <a:path w="8851900" h="905510">
                  <a:moveTo>
                    <a:pt x="8851348" y="150875"/>
                  </a:moveTo>
                  <a:lnTo>
                    <a:pt x="8851392" y="754379"/>
                  </a:lnTo>
                  <a:lnTo>
                    <a:pt x="8849892" y="763772"/>
                  </a:lnTo>
                </a:path>
                <a:path w="8851900" h="905510">
                  <a:moveTo>
                    <a:pt x="8843920" y="801180"/>
                  </a:moveTo>
                  <a:lnTo>
                    <a:pt x="8843748" y="802257"/>
                  </a:lnTo>
                  <a:lnTo>
                    <a:pt x="8843216" y="803290"/>
                  </a:lnTo>
                </a:path>
                <a:path w="8851900" h="905510">
                  <a:moveTo>
                    <a:pt x="8749426" y="897080"/>
                  </a:moveTo>
                  <a:lnTo>
                    <a:pt x="8748394" y="897611"/>
                  </a:lnTo>
                  <a:lnTo>
                    <a:pt x="8747317" y="897783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3504" y="2415539"/>
              <a:ext cx="8851900" cy="905510"/>
            </a:xfrm>
            <a:custGeom>
              <a:avLst/>
              <a:gdLst/>
              <a:ahLst/>
              <a:cxnLst/>
              <a:rect l="l" t="t" r="r" b="b"/>
              <a:pathLst>
                <a:path w="8851900" h="905510">
                  <a:moveTo>
                    <a:pt x="8700516" y="905255"/>
                  </a:moveTo>
                  <a:lnTo>
                    <a:pt x="150876" y="905255"/>
                  </a:lnTo>
                  <a:lnTo>
                    <a:pt x="103583" y="897611"/>
                  </a:lnTo>
                  <a:lnTo>
                    <a:pt x="62215" y="876287"/>
                  </a:lnTo>
                  <a:lnTo>
                    <a:pt x="29407" y="843698"/>
                  </a:lnTo>
                  <a:lnTo>
                    <a:pt x="7790" y="802258"/>
                  </a:lnTo>
                  <a:lnTo>
                    <a:pt x="0" y="754380"/>
                  </a:lnTo>
                  <a:lnTo>
                    <a:pt x="0" y="150875"/>
                  </a:lnTo>
                  <a:lnTo>
                    <a:pt x="7790" y="103583"/>
                  </a:lnTo>
                  <a:lnTo>
                    <a:pt x="29407" y="62215"/>
                  </a:lnTo>
                  <a:lnTo>
                    <a:pt x="62215" y="29407"/>
                  </a:lnTo>
                  <a:lnTo>
                    <a:pt x="103583" y="7790"/>
                  </a:lnTo>
                  <a:lnTo>
                    <a:pt x="150876" y="0"/>
                  </a:lnTo>
                  <a:lnTo>
                    <a:pt x="8700516" y="0"/>
                  </a:lnTo>
                  <a:lnTo>
                    <a:pt x="8748393" y="7790"/>
                  </a:lnTo>
                  <a:lnTo>
                    <a:pt x="8789834" y="29407"/>
                  </a:lnTo>
                  <a:lnTo>
                    <a:pt x="8822423" y="62215"/>
                  </a:lnTo>
                  <a:lnTo>
                    <a:pt x="8843747" y="103583"/>
                  </a:lnTo>
                  <a:lnTo>
                    <a:pt x="8851392" y="150875"/>
                  </a:lnTo>
                  <a:lnTo>
                    <a:pt x="8851392" y="754380"/>
                  </a:lnTo>
                  <a:lnTo>
                    <a:pt x="8843747" y="802258"/>
                  </a:lnTo>
                  <a:lnTo>
                    <a:pt x="8822423" y="843698"/>
                  </a:lnTo>
                  <a:lnTo>
                    <a:pt x="8789834" y="876287"/>
                  </a:lnTo>
                  <a:lnTo>
                    <a:pt x="8748393" y="897611"/>
                  </a:lnTo>
                  <a:lnTo>
                    <a:pt x="8700516" y="905255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3504" y="2415539"/>
              <a:ext cx="8851900" cy="905510"/>
            </a:xfrm>
            <a:custGeom>
              <a:avLst/>
              <a:gdLst/>
              <a:ahLst/>
              <a:cxnLst/>
              <a:rect l="l" t="t" r="r" b="b"/>
              <a:pathLst>
                <a:path w="8851900" h="905510">
                  <a:moveTo>
                    <a:pt x="0" y="150875"/>
                  </a:moveTo>
                  <a:lnTo>
                    <a:pt x="7790" y="103583"/>
                  </a:lnTo>
                  <a:lnTo>
                    <a:pt x="29407" y="62215"/>
                  </a:lnTo>
                  <a:lnTo>
                    <a:pt x="62215" y="29407"/>
                  </a:lnTo>
                  <a:lnTo>
                    <a:pt x="103583" y="7790"/>
                  </a:lnTo>
                  <a:lnTo>
                    <a:pt x="150876" y="0"/>
                  </a:lnTo>
                  <a:lnTo>
                    <a:pt x="8700516" y="0"/>
                  </a:lnTo>
                  <a:lnTo>
                    <a:pt x="8748393" y="7790"/>
                  </a:lnTo>
                  <a:lnTo>
                    <a:pt x="8789834" y="29407"/>
                  </a:lnTo>
                  <a:lnTo>
                    <a:pt x="8822423" y="62215"/>
                  </a:lnTo>
                  <a:lnTo>
                    <a:pt x="8843747" y="103583"/>
                  </a:lnTo>
                  <a:lnTo>
                    <a:pt x="8851392" y="150875"/>
                  </a:lnTo>
                  <a:lnTo>
                    <a:pt x="8851392" y="754380"/>
                  </a:lnTo>
                  <a:lnTo>
                    <a:pt x="8843747" y="802258"/>
                  </a:lnTo>
                  <a:lnTo>
                    <a:pt x="8822423" y="843698"/>
                  </a:lnTo>
                  <a:lnTo>
                    <a:pt x="8789834" y="876287"/>
                  </a:lnTo>
                  <a:lnTo>
                    <a:pt x="8748393" y="897611"/>
                  </a:lnTo>
                  <a:lnTo>
                    <a:pt x="8700516" y="905255"/>
                  </a:lnTo>
                  <a:lnTo>
                    <a:pt x="150876" y="905255"/>
                  </a:lnTo>
                  <a:lnTo>
                    <a:pt x="103583" y="897611"/>
                  </a:lnTo>
                  <a:lnTo>
                    <a:pt x="62215" y="876287"/>
                  </a:lnTo>
                  <a:lnTo>
                    <a:pt x="29407" y="843698"/>
                  </a:lnTo>
                  <a:lnTo>
                    <a:pt x="7790" y="802258"/>
                  </a:lnTo>
                  <a:lnTo>
                    <a:pt x="0" y="754380"/>
                  </a:lnTo>
                  <a:lnTo>
                    <a:pt x="0" y="150875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38628" y="2747243"/>
            <a:ext cx="8582660" cy="4413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4049395" marR="5080" indent="-4037329">
              <a:lnSpc>
                <a:spcPct val="101499"/>
              </a:lnSpc>
              <a:spcBef>
                <a:spcPts val="80"/>
              </a:spcBef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USER</a:t>
            </a:r>
            <a:r>
              <a:rPr dirty="0" sz="1350" spc="36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A75BC"/>
                </a:solidFill>
                <a:latin typeface="Segoe UI Symbol"/>
                <a:cs typeface="Segoe UI Symbol"/>
              </a:rPr>
              <a:t>➔</a:t>
            </a:r>
            <a:r>
              <a:rPr dirty="0" sz="1350" spc="370">
                <a:solidFill>
                  <a:srgbClr val="1A75BC"/>
                </a:solidFill>
                <a:latin typeface="Segoe UI Symbol"/>
                <a:cs typeface="Segoe UI Symbo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REACT</a:t>
            </a:r>
            <a:r>
              <a:rPr dirty="0" sz="1350" spc="4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CLIENT</a:t>
            </a:r>
            <a:r>
              <a:rPr dirty="0" sz="1350" spc="2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(Vite)</a:t>
            </a:r>
            <a:r>
              <a:rPr dirty="0" sz="1350" spc="36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A75BC"/>
                </a:solidFill>
                <a:latin typeface="Segoe UI Symbol"/>
                <a:cs typeface="Segoe UI Symbol"/>
              </a:rPr>
              <a:t>➔</a:t>
            </a:r>
            <a:r>
              <a:rPr dirty="0" sz="1350" spc="370">
                <a:solidFill>
                  <a:srgbClr val="1A75BC"/>
                </a:solidFill>
                <a:latin typeface="Segoe UI Symbol"/>
                <a:cs typeface="Segoe UI Symbo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EXPRESS</a:t>
            </a:r>
            <a:r>
              <a:rPr dirty="0" sz="1350" spc="3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BACKEND</a:t>
            </a:r>
            <a:r>
              <a:rPr dirty="0" sz="1350" spc="2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(Node.js)</a:t>
            </a:r>
            <a:r>
              <a:rPr dirty="0" sz="1350" spc="38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A75BC"/>
                </a:solidFill>
                <a:latin typeface="Segoe UI Symbol"/>
                <a:cs typeface="Segoe UI Symbol"/>
              </a:rPr>
              <a:t>➔</a:t>
            </a:r>
            <a:r>
              <a:rPr dirty="0" sz="1350" spc="370">
                <a:solidFill>
                  <a:srgbClr val="1A75BC"/>
                </a:solidFill>
                <a:latin typeface="Segoe UI Symbol"/>
                <a:cs typeface="Segoe UI Symbo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MONGODB</a:t>
            </a:r>
            <a:r>
              <a:rPr dirty="0" sz="1350" spc="-6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ATLAS</a:t>
            </a:r>
            <a:r>
              <a:rPr dirty="0" sz="1350" spc="409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1A75BC"/>
                </a:solidFill>
                <a:latin typeface="Segoe UI Symbol"/>
                <a:cs typeface="Segoe UI Symbol"/>
              </a:rPr>
              <a:t>➔</a:t>
            </a:r>
            <a:r>
              <a:rPr dirty="0" sz="1350" spc="370">
                <a:solidFill>
                  <a:srgbClr val="1A75BC"/>
                </a:solidFill>
                <a:latin typeface="Segoe UI Symbol"/>
                <a:cs typeface="Segoe UI Symbo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GEMINI</a:t>
            </a:r>
            <a:r>
              <a:rPr dirty="0" sz="1350" spc="-4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1A75BC"/>
                </a:solidFill>
                <a:latin typeface="Arial"/>
                <a:cs typeface="Arial"/>
              </a:rPr>
              <a:t>AI </a:t>
            </a:r>
            <a:r>
              <a:rPr dirty="0" sz="1350" spc="-10" b="1">
                <a:solidFill>
                  <a:srgbClr val="1A75BC"/>
                </a:solidFill>
                <a:latin typeface="Arial"/>
                <a:cs typeface="Arial"/>
              </a:rPr>
              <a:t>(SDK)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694" y="3467861"/>
            <a:ext cx="2824480" cy="2573020"/>
            <a:chOff x="599694" y="3467861"/>
            <a:chExt cx="2824480" cy="25730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538" y="3563270"/>
              <a:ext cx="159646" cy="2612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3504" y="3471671"/>
              <a:ext cx="2458720" cy="2484120"/>
            </a:xfrm>
            <a:custGeom>
              <a:avLst/>
              <a:gdLst/>
              <a:ahLst/>
              <a:cxnLst/>
              <a:rect l="l" t="t" r="r" b="b"/>
              <a:pathLst>
                <a:path w="2458720" h="2484120">
                  <a:moveTo>
                    <a:pt x="160378" y="94995"/>
                  </a:move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4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58121" y="6095"/>
                  </a:lnTo>
                </a:path>
                <a:path w="2458720" h="2484120">
                  <a:moveTo>
                    <a:pt x="177065" y="2483770"/>
                  </a:moveTo>
                  <a:lnTo>
                    <a:pt x="175455" y="2482595"/>
                  </a:lnTo>
                </a:path>
                <a:path w="2458720" h="2484120">
                  <a:moveTo>
                    <a:pt x="145535" y="2458454"/>
                  </a:moveTo>
                  <a:lnTo>
                    <a:pt x="143975" y="2457195"/>
                  </a:lnTo>
                </a:path>
                <a:path w="2458720" h="2484120">
                  <a:moveTo>
                    <a:pt x="68685" y="2369173"/>
                  </a:moveTo>
                  <a:lnTo>
                    <a:pt x="68106" y="2368295"/>
                  </a:lnTo>
                </a:path>
                <a:path w="2458720" h="2484120">
                  <a:moveTo>
                    <a:pt x="53339" y="2343812"/>
                  </a:moveTo>
                  <a:lnTo>
                    <a:pt x="52863" y="2342895"/>
                  </a:lnTo>
                </a:path>
                <a:path w="2458720" h="2484120">
                  <a:moveTo>
                    <a:pt x="47243" y="2332099"/>
                  </a:moveTo>
                  <a:lnTo>
                    <a:pt x="46253" y="2330195"/>
                  </a:lnTo>
                </a:path>
                <a:path w="2458720" h="2484120">
                  <a:moveTo>
                    <a:pt x="35052" y="2306753"/>
                  </a:moveTo>
                  <a:lnTo>
                    <a:pt x="34281" y="2304795"/>
                  </a:lnTo>
                </a:path>
                <a:path w="2458720" h="2484120">
                  <a:moveTo>
                    <a:pt x="30479" y="2295144"/>
                  </a:moveTo>
                  <a:lnTo>
                    <a:pt x="29279" y="2292095"/>
                  </a:lnTo>
                </a:path>
                <a:path w="2458720" h="2484120">
                  <a:moveTo>
                    <a:pt x="16764" y="2254789"/>
                  </a:moveTo>
                  <a:lnTo>
                    <a:pt x="16545" y="2253995"/>
                  </a:lnTo>
                </a:path>
                <a:path w="2458720" h="2484120">
                  <a:moveTo>
                    <a:pt x="13716" y="2243742"/>
                  </a:moveTo>
                  <a:lnTo>
                    <a:pt x="13041" y="2241295"/>
                  </a:lnTo>
                </a:path>
                <a:path w="2458720" h="2484120">
                  <a:moveTo>
                    <a:pt x="10668" y="2232695"/>
                  </a:moveTo>
                  <a:lnTo>
                    <a:pt x="9890" y="2229878"/>
                  </a:lnTo>
                  <a:lnTo>
                    <a:pt x="9681" y="2228595"/>
                  </a:lnTo>
                </a:path>
                <a:path w="2458720" h="2484120">
                  <a:moveTo>
                    <a:pt x="6095" y="2206662"/>
                  </a:moveTo>
                  <a:lnTo>
                    <a:pt x="5529" y="2203195"/>
                  </a:lnTo>
                </a:path>
                <a:path w="2458720" h="2484120">
                  <a:moveTo>
                    <a:pt x="4571" y="2197338"/>
                  </a:moveTo>
                  <a:lnTo>
                    <a:pt x="3453" y="2190495"/>
                  </a:lnTo>
                </a:path>
                <a:path w="2458720" h="2484120">
                  <a:moveTo>
                    <a:pt x="3047" y="2188015"/>
                  </a:moveTo>
                  <a:lnTo>
                    <a:pt x="2516" y="2184763"/>
                  </a:lnTo>
                  <a:lnTo>
                    <a:pt x="2140" y="2177795"/>
                  </a:lnTo>
                </a:path>
                <a:path w="2458720" h="2484120">
                  <a:moveTo>
                    <a:pt x="1523" y="2166387"/>
                  </a:moveTo>
                  <a:lnTo>
                    <a:pt x="82" y="2139691"/>
                  </a:lnTo>
                  <a:lnTo>
                    <a:pt x="0" y="2138172"/>
                  </a:lnTo>
                  <a:lnTo>
                    <a:pt x="0" y="437895"/>
                  </a:lnTo>
                  <a:lnTo>
                    <a:pt x="0" y="428244"/>
                  </a:lnTo>
                  <a:lnTo>
                    <a:pt x="1535" y="399796"/>
                  </a:lnTo>
                  <a:lnTo>
                    <a:pt x="2516" y="381633"/>
                  </a:lnTo>
                  <a:lnTo>
                    <a:pt x="7000" y="354164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7815" y="3473957"/>
              <a:ext cx="363645" cy="3886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44528" y="3899915"/>
              <a:ext cx="175895" cy="2055495"/>
            </a:xfrm>
            <a:custGeom>
              <a:avLst/>
              <a:gdLst/>
              <a:ahLst/>
              <a:cxnLst/>
              <a:rect l="l" t="t" r="r" b="b"/>
              <a:pathLst>
                <a:path w="175895" h="2055495">
                  <a:moveTo>
                    <a:pt x="175303" y="0"/>
                  </a:moveTo>
                  <a:lnTo>
                    <a:pt x="175327" y="1709928"/>
                  </a:lnTo>
                  <a:lnTo>
                    <a:pt x="173813" y="1738179"/>
                  </a:lnTo>
                </a:path>
                <a:path w="175895" h="2055495">
                  <a:moveTo>
                    <a:pt x="860" y="2054352"/>
                  </a:moveTo>
                  <a:lnTo>
                    <a:pt x="0" y="205491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3504" y="3471672"/>
              <a:ext cx="2816860" cy="2565400"/>
            </a:xfrm>
            <a:custGeom>
              <a:avLst/>
              <a:gdLst/>
              <a:ahLst/>
              <a:cxnLst/>
              <a:rect l="l" t="t" r="r" b="b"/>
              <a:pathLst>
                <a:path w="2816860" h="2565400">
                  <a:moveTo>
                    <a:pt x="2389632" y="2564892"/>
                  </a:move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81338" y="9890"/>
                  </a:lnTo>
                  <a:lnTo>
                    <a:pt x="2524719" y="21860"/>
                  </a:lnTo>
                  <a:lnTo>
                    <a:pt x="2566108" y="38161"/>
                  </a:lnTo>
                  <a:lnTo>
                    <a:pt x="2605249" y="58532"/>
                  </a:lnTo>
                  <a:lnTo>
                    <a:pt x="2641884" y="82710"/>
                  </a:lnTo>
                  <a:lnTo>
                    <a:pt x="2675755" y="110431"/>
                  </a:lnTo>
                  <a:lnTo>
                    <a:pt x="2706605" y="141434"/>
                  </a:lnTo>
                  <a:lnTo>
                    <a:pt x="2734177" y="175455"/>
                  </a:lnTo>
                  <a:lnTo>
                    <a:pt x="2758214" y="212231"/>
                  </a:lnTo>
                  <a:lnTo>
                    <a:pt x="2778457" y="251499"/>
                  </a:lnTo>
                  <a:lnTo>
                    <a:pt x="2794650" y="292998"/>
                  </a:lnTo>
                  <a:lnTo>
                    <a:pt x="2806535" y="336463"/>
                  </a:lnTo>
                  <a:lnTo>
                    <a:pt x="2813854" y="381633"/>
                  </a:lnTo>
                  <a:lnTo>
                    <a:pt x="2816351" y="428243"/>
                  </a:lnTo>
                  <a:lnTo>
                    <a:pt x="2816351" y="2138172"/>
                  </a:lnTo>
                  <a:lnTo>
                    <a:pt x="2813854" y="2184763"/>
                  </a:lnTo>
                  <a:lnTo>
                    <a:pt x="2806535" y="2229878"/>
                  </a:lnTo>
                  <a:lnTo>
                    <a:pt x="2794650" y="2273259"/>
                  </a:lnTo>
                  <a:lnTo>
                    <a:pt x="2778457" y="2314648"/>
                  </a:lnTo>
                  <a:lnTo>
                    <a:pt x="2758214" y="2353789"/>
                  </a:lnTo>
                  <a:lnTo>
                    <a:pt x="2734177" y="2390424"/>
                  </a:lnTo>
                  <a:lnTo>
                    <a:pt x="2706605" y="2424295"/>
                  </a:lnTo>
                  <a:lnTo>
                    <a:pt x="2675755" y="2455145"/>
                  </a:lnTo>
                  <a:lnTo>
                    <a:pt x="2641884" y="2482717"/>
                  </a:lnTo>
                  <a:lnTo>
                    <a:pt x="2605249" y="2506754"/>
                  </a:lnTo>
                  <a:lnTo>
                    <a:pt x="2566108" y="2526997"/>
                  </a:lnTo>
                  <a:lnTo>
                    <a:pt x="2524719" y="2543190"/>
                  </a:lnTo>
                  <a:lnTo>
                    <a:pt x="2481338" y="2555075"/>
                  </a:lnTo>
                  <a:lnTo>
                    <a:pt x="2436223" y="2562394"/>
                  </a:lnTo>
                  <a:lnTo>
                    <a:pt x="2389632" y="2564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3504" y="3471672"/>
              <a:ext cx="2816860" cy="2565400"/>
            </a:xfrm>
            <a:custGeom>
              <a:avLst/>
              <a:gdLst/>
              <a:ahLst/>
              <a:cxnLst/>
              <a:rect l="l" t="t" r="r" b="b"/>
              <a:pathLst>
                <a:path w="2816860" h="2565400">
                  <a:moveTo>
                    <a:pt x="0" y="428243"/>
                  </a:move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81338" y="9890"/>
                  </a:lnTo>
                  <a:lnTo>
                    <a:pt x="2524719" y="21860"/>
                  </a:lnTo>
                  <a:lnTo>
                    <a:pt x="2566108" y="38161"/>
                  </a:lnTo>
                  <a:lnTo>
                    <a:pt x="2605249" y="58532"/>
                  </a:lnTo>
                  <a:lnTo>
                    <a:pt x="2641884" y="82710"/>
                  </a:lnTo>
                  <a:lnTo>
                    <a:pt x="2675755" y="110431"/>
                  </a:lnTo>
                  <a:lnTo>
                    <a:pt x="2706605" y="141434"/>
                  </a:lnTo>
                  <a:lnTo>
                    <a:pt x="2734177" y="175455"/>
                  </a:lnTo>
                  <a:lnTo>
                    <a:pt x="2758214" y="212231"/>
                  </a:lnTo>
                  <a:lnTo>
                    <a:pt x="2778457" y="251499"/>
                  </a:lnTo>
                  <a:lnTo>
                    <a:pt x="2794650" y="292998"/>
                  </a:lnTo>
                  <a:lnTo>
                    <a:pt x="2806535" y="336463"/>
                  </a:lnTo>
                  <a:lnTo>
                    <a:pt x="2813854" y="381633"/>
                  </a:lnTo>
                  <a:lnTo>
                    <a:pt x="2816351" y="428243"/>
                  </a:lnTo>
                  <a:lnTo>
                    <a:pt x="2816351" y="2138172"/>
                  </a:lnTo>
                  <a:lnTo>
                    <a:pt x="2813854" y="2184763"/>
                  </a:lnTo>
                  <a:lnTo>
                    <a:pt x="2806535" y="2229878"/>
                  </a:lnTo>
                  <a:lnTo>
                    <a:pt x="2794650" y="2273259"/>
                  </a:lnTo>
                  <a:lnTo>
                    <a:pt x="2778457" y="2314648"/>
                  </a:lnTo>
                  <a:lnTo>
                    <a:pt x="2758214" y="2353789"/>
                  </a:lnTo>
                  <a:lnTo>
                    <a:pt x="2734177" y="2390424"/>
                  </a:lnTo>
                  <a:lnTo>
                    <a:pt x="2706605" y="2424295"/>
                  </a:lnTo>
                  <a:lnTo>
                    <a:pt x="2675755" y="2455145"/>
                  </a:lnTo>
                  <a:lnTo>
                    <a:pt x="2641884" y="2482717"/>
                  </a:lnTo>
                  <a:lnTo>
                    <a:pt x="2605249" y="2506754"/>
                  </a:lnTo>
                  <a:lnTo>
                    <a:pt x="2566108" y="2526997"/>
                  </a:lnTo>
                  <a:lnTo>
                    <a:pt x="2524719" y="2543190"/>
                  </a:lnTo>
                  <a:lnTo>
                    <a:pt x="2481338" y="2555075"/>
                  </a:lnTo>
                  <a:lnTo>
                    <a:pt x="2436223" y="2562394"/>
                  </a:lnTo>
                  <a:lnTo>
                    <a:pt x="2389632" y="2564892"/>
                  </a:ln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360414" y="4292613"/>
            <a:ext cx="130238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 b="1">
                <a:solidFill>
                  <a:srgbClr val="0FB880"/>
                </a:solidFill>
                <a:latin typeface="Arial"/>
                <a:cs typeface="Arial"/>
              </a:rPr>
              <a:t>FRONT-</a:t>
            </a:r>
            <a:r>
              <a:rPr dirty="0" sz="1050" b="1">
                <a:solidFill>
                  <a:srgbClr val="0FB880"/>
                </a:solidFill>
                <a:latin typeface="Arial"/>
                <a:cs typeface="Arial"/>
              </a:rPr>
              <a:t>END</a:t>
            </a:r>
            <a:r>
              <a:rPr dirty="0" sz="1050" spc="10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0FB880"/>
                </a:solidFill>
                <a:latin typeface="Arial"/>
                <a:cs typeface="Arial"/>
              </a:rPr>
              <a:t>LAYER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24" y="4518750"/>
            <a:ext cx="1880870" cy="80581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81915" indent="-69215">
              <a:lnSpc>
                <a:spcPct val="100000"/>
              </a:lnSpc>
              <a:spcBef>
                <a:spcPts val="610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React</a:t>
            </a:r>
            <a:r>
              <a:rPr dirty="0" sz="8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Client</a:t>
            </a:r>
            <a:r>
              <a:rPr dirty="0" sz="8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SPA</a:t>
            </a:r>
            <a:r>
              <a:rPr dirty="0" sz="85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architecture.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15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r>
              <a:rPr dirty="0" sz="8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&amp; Context</a:t>
            </a:r>
            <a:r>
              <a:rPr dirty="0" sz="8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API</a:t>
            </a:r>
            <a:r>
              <a:rPr dirty="0" sz="8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metrics</a:t>
            </a:r>
            <a:r>
              <a:rPr dirty="0" sz="8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cache.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20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Widescreen</a:t>
            </a:r>
            <a:r>
              <a:rPr dirty="0" sz="8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8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mobile-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ready</a:t>
            </a:r>
            <a:r>
              <a:rPr dirty="0" sz="850" spc="9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widgets.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15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Interactive</a:t>
            </a:r>
            <a:r>
              <a:rPr dirty="0" sz="85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Chart.js</a:t>
            </a:r>
            <a:r>
              <a:rPr dirty="0" sz="8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trend</a:t>
            </a:r>
            <a:r>
              <a:rPr dirty="0" sz="85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reports.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17214" y="3467861"/>
            <a:ext cx="2824480" cy="2573020"/>
            <a:chOff x="3617214" y="3467861"/>
            <a:chExt cx="2824480" cy="257302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5059" y="3563270"/>
              <a:ext cx="159646" cy="26120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21024" y="3471671"/>
              <a:ext cx="2458720" cy="2484120"/>
            </a:xfrm>
            <a:custGeom>
              <a:avLst/>
              <a:gdLst/>
              <a:ahLst/>
              <a:cxnLst/>
              <a:rect l="l" t="t" r="r" b="b"/>
              <a:pathLst>
                <a:path w="2458720" h="2484120">
                  <a:moveTo>
                    <a:pt x="160378" y="94995"/>
                  </a:move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4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58121" y="6095"/>
                  </a:lnTo>
                </a:path>
                <a:path w="2458720" h="2484120">
                  <a:moveTo>
                    <a:pt x="177065" y="2483770"/>
                  </a:moveTo>
                  <a:lnTo>
                    <a:pt x="175455" y="2482595"/>
                  </a:lnTo>
                </a:path>
                <a:path w="2458720" h="2484120">
                  <a:moveTo>
                    <a:pt x="145535" y="2458454"/>
                  </a:moveTo>
                  <a:lnTo>
                    <a:pt x="143975" y="2457195"/>
                  </a:lnTo>
                </a:path>
                <a:path w="2458720" h="2484120">
                  <a:moveTo>
                    <a:pt x="68685" y="2369172"/>
                  </a:moveTo>
                  <a:lnTo>
                    <a:pt x="68106" y="2368295"/>
                  </a:lnTo>
                </a:path>
                <a:path w="2458720" h="2484120">
                  <a:moveTo>
                    <a:pt x="53340" y="2343812"/>
                  </a:moveTo>
                  <a:lnTo>
                    <a:pt x="52863" y="2342895"/>
                  </a:lnTo>
                </a:path>
                <a:path w="2458720" h="2484120">
                  <a:moveTo>
                    <a:pt x="47243" y="2332099"/>
                  </a:moveTo>
                  <a:lnTo>
                    <a:pt x="46253" y="2330195"/>
                  </a:lnTo>
                </a:path>
                <a:path w="2458720" h="2484120">
                  <a:moveTo>
                    <a:pt x="35051" y="2306752"/>
                  </a:moveTo>
                  <a:lnTo>
                    <a:pt x="34281" y="2304795"/>
                  </a:lnTo>
                </a:path>
                <a:path w="2458720" h="2484120">
                  <a:moveTo>
                    <a:pt x="30479" y="2295144"/>
                  </a:moveTo>
                  <a:lnTo>
                    <a:pt x="29279" y="2292095"/>
                  </a:lnTo>
                </a:path>
                <a:path w="2458720" h="2484120">
                  <a:moveTo>
                    <a:pt x="16764" y="2254789"/>
                  </a:moveTo>
                  <a:lnTo>
                    <a:pt x="16545" y="2253995"/>
                  </a:lnTo>
                </a:path>
                <a:path w="2458720" h="2484120">
                  <a:moveTo>
                    <a:pt x="13716" y="2243742"/>
                  </a:moveTo>
                  <a:lnTo>
                    <a:pt x="13041" y="2241295"/>
                  </a:lnTo>
                </a:path>
                <a:path w="2458720" h="2484120">
                  <a:moveTo>
                    <a:pt x="10667" y="2232694"/>
                  </a:moveTo>
                  <a:lnTo>
                    <a:pt x="9890" y="2229878"/>
                  </a:lnTo>
                  <a:lnTo>
                    <a:pt x="9681" y="2228595"/>
                  </a:lnTo>
                </a:path>
                <a:path w="2458720" h="2484120">
                  <a:moveTo>
                    <a:pt x="6095" y="2206661"/>
                  </a:moveTo>
                  <a:lnTo>
                    <a:pt x="5529" y="2203195"/>
                  </a:lnTo>
                </a:path>
                <a:path w="2458720" h="2484120">
                  <a:moveTo>
                    <a:pt x="4572" y="2197339"/>
                  </a:moveTo>
                  <a:lnTo>
                    <a:pt x="3453" y="2190495"/>
                  </a:lnTo>
                </a:path>
                <a:path w="2458720" h="2484120">
                  <a:moveTo>
                    <a:pt x="3048" y="2188015"/>
                  </a:moveTo>
                  <a:lnTo>
                    <a:pt x="2516" y="2184763"/>
                  </a:lnTo>
                  <a:lnTo>
                    <a:pt x="2140" y="2177795"/>
                  </a:lnTo>
                </a:path>
                <a:path w="2458720" h="2484120">
                  <a:moveTo>
                    <a:pt x="1524" y="2166388"/>
                  </a:moveTo>
                  <a:lnTo>
                    <a:pt x="82" y="2139691"/>
                  </a:lnTo>
                  <a:lnTo>
                    <a:pt x="0" y="2138172"/>
                  </a:lnTo>
                  <a:lnTo>
                    <a:pt x="0" y="437895"/>
                  </a:lnTo>
                  <a:lnTo>
                    <a:pt x="0" y="428244"/>
                  </a:lnTo>
                  <a:lnTo>
                    <a:pt x="1535" y="399796"/>
                  </a:lnTo>
                  <a:lnTo>
                    <a:pt x="2516" y="381633"/>
                  </a:lnTo>
                  <a:lnTo>
                    <a:pt x="7000" y="354167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5335" y="3473957"/>
              <a:ext cx="363645" cy="38862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62048" y="3899915"/>
              <a:ext cx="175895" cy="2055495"/>
            </a:xfrm>
            <a:custGeom>
              <a:avLst/>
              <a:gdLst/>
              <a:ahLst/>
              <a:cxnLst/>
              <a:rect l="l" t="t" r="r" b="b"/>
              <a:pathLst>
                <a:path w="175895" h="2055495">
                  <a:moveTo>
                    <a:pt x="175303" y="0"/>
                  </a:moveTo>
                  <a:lnTo>
                    <a:pt x="175328" y="1709928"/>
                  </a:lnTo>
                  <a:lnTo>
                    <a:pt x="173813" y="1738182"/>
                  </a:lnTo>
                </a:path>
                <a:path w="175895" h="2055495">
                  <a:moveTo>
                    <a:pt x="860" y="2054352"/>
                  </a:moveTo>
                  <a:lnTo>
                    <a:pt x="0" y="205491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21024" y="3471672"/>
              <a:ext cx="2816860" cy="2565400"/>
            </a:xfrm>
            <a:custGeom>
              <a:avLst/>
              <a:gdLst/>
              <a:ahLst/>
              <a:cxnLst/>
              <a:rect l="l" t="t" r="r" b="b"/>
              <a:pathLst>
                <a:path w="2816860" h="2565400">
                  <a:moveTo>
                    <a:pt x="2389632" y="2564892"/>
                  </a:move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81338" y="9890"/>
                  </a:lnTo>
                  <a:lnTo>
                    <a:pt x="2524719" y="21860"/>
                  </a:lnTo>
                  <a:lnTo>
                    <a:pt x="2566108" y="38161"/>
                  </a:lnTo>
                  <a:lnTo>
                    <a:pt x="2605249" y="58532"/>
                  </a:lnTo>
                  <a:lnTo>
                    <a:pt x="2641884" y="82710"/>
                  </a:lnTo>
                  <a:lnTo>
                    <a:pt x="2675755" y="110431"/>
                  </a:lnTo>
                  <a:lnTo>
                    <a:pt x="2706605" y="141434"/>
                  </a:lnTo>
                  <a:lnTo>
                    <a:pt x="2734177" y="175455"/>
                  </a:lnTo>
                  <a:lnTo>
                    <a:pt x="2758214" y="212231"/>
                  </a:lnTo>
                  <a:lnTo>
                    <a:pt x="2778457" y="251499"/>
                  </a:lnTo>
                  <a:lnTo>
                    <a:pt x="2794650" y="292998"/>
                  </a:lnTo>
                  <a:lnTo>
                    <a:pt x="2806535" y="336463"/>
                  </a:lnTo>
                  <a:lnTo>
                    <a:pt x="2813854" y="381633"/>
                  </a:lnTo>
                  <a:lnTo>
                    <a:pt x="2816351" y="428243"/>
                  </a:lnTo>
                  <a:lnTo>
                    <a:pt x="2816351" y="2138172"/>
                  </a:lnTo>
                  <a:lnTo>
                    <a:pt x="2813854" y="2184763"/>
                  </a:lnTo>
                  <a:lnTo>
                    <a:pt x="2806535" y="2229878"/>
                  </a:lnTo>
                  <a:lnTo>
                    <a:pt x="2794650" y="2273259"/>
                  </a:lnTo>
                  <a:lnTo>
                    <a:pt x="2778457" y="2314648"/>
                  </a:lnTo>
                  <a:lnTo>
                    <a:pt x="2758214" y="2353789"/>
                  </a:lnTo>
                  <a:lnTo>
                    <a:pt x="2734177" y="2390424"/>
                  </a:lnTo>
                  <a:lnTo>
                    <a:pt x="2706605" y="2424295"/>
                  </a:lnTo>
                  <a:lnTo>
                    <a:pt x="2675755" y="2455145"/>
                  </a:lnTo>
                  <a:lnTo>
                    <a:pt x="2641884" y="2482717"/>
                  </a:lnTo>
                  <a:lnTo>
                    <a:pt x="2605249" y="2506754"/>
                  </a:lnTo>
                  <a:lnTo>
                    <a:pt x="2566108" y="2526997"/>
                  </a:lnTo>
                  <a:lnTo>
                    <a:pt x="2524719" y="2543190"/>
                  </a:lnTo>
                  <a:lnTo>
                    <a:pt x="2481338" y="2555075"/>
                  </a:lnTo>
                  <a:lnTo>
                    <a:pt x="2436223" y="2562394"/>
                  </a:lnTo>
                  <a:lnTo>
                    <a:pt x="2389632" y="2564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21024" y="3471672"/>
              <a:ext cx="2816860" cy="2565400"/>
            </a:xfrm>
            <a:custGeom>
              <a:avLst/>
              <a:gdLst/>
              <a:ahLst/>
              <a:cxnLst/>
              <a:rect l="l" t="t" r="r" b="b"/>
              <a:pathLst>
                <a:path w="2816860" h="2565400">
                  <a:moveTo>
                    <a:pt x="0" y="428243"/>
                  </a:move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81338" y="9890"/>
                  </a:lnTo>
                  <a:lnTo>
                    <a:pt x="2524719" y="21860"/>
                  </a:lnTo>
                  <a:lnTo>
                    <a:pt x="2566108" y="38161"/>
                  </a:lnTo>
                  <a:lnTo>
                    <a:pt x="2605249" y="58532"/>
                  </a:lnTo>
                  <a:lnTo>
                    <a:pt x="2641884" y="82710"/>
                  </a:lnTo>
                  <a:lnTo>
                    <a:pt x="2675755" y="110431"/>
                  </a:lnTo>
                  <a:lnTo>
                    <a:pt x="2706605" y="141434"/>
                  </a:lnTo>
                  <a:lnTo>
                    <a:pt x="2734177" y="175455"/>
                  </a:lnTo>
                  <a:lnTo>
                    <a:pt x="2758214" y="212231"/>
                  </a:lnTo>
                  <a:lnTo>
                    <a:pt x="2778457" y="251499"/>
                  </a:lnTo>
                  <a:lnTo>
                    <a:pt x="2794650" y="292998"/>
                  </a:lnTo>
                  <a:lnTo>
                    <a:pt x="2806535" y="336463"/>
                  </a:lnTo>
                  <a:lnTo>
                    <a:pt x="2813854" y="381633"/>
                  </a:lnTo>
                  <a:lnTo>
                    <a:pt x="2816351" y="428243"/>
                  </a:lnTo>
                  <a:lnTo>
                    <a:pt x="2816351" y="2138172"/>
                  </a:lnTo>
                  <a:lnTo>
                    <a:pt x="2813854" y="2184763"/>
                  </a:lnTo>
                  <a:lnTo>
                    <a:pt x="2806535" y="2229878"/>
                  </a:lnTo>
                  <a:lnTo>
                    <a:pt x="2794650" y="2273259"/>
                  </a:lnTo>
                  <a:lnTo>
                    <a:pt x="2778457" y="2314648"/>
                  </a:lnTo>
                  <a:lnTo>
                    <a:pt x="2758214" y="2353789"/>
                  </a:lnTo>
                  <a:lnTo>
                    <a:pt x="2734177" y="2390424"/>
                  </a:lnTo>
                  <a:lnTo>
                    <a:pt x="2706605" y="2424295"/>
                  </a:lnTo>
                  <a:lnTo>
                    <a:pt x="2675755" y="2455145"/>
                  </a:lnTo>
                  <a:lnTo>
                    <a:pt x="2641884" y="2482717"/>
                  </a:lnTo>
                  <a:lnTo>
                    <a:pt x="2605249" y="2506754"/>
                  </a:lnTo>
                  <a:lnTo>
                    <a:pt x="2566108" y="2526997"/>
                  </a:lnTo>
                  <a:lnTo>
                    <a:pt x="2524719" y="2543190"/>
                  </a:lnTo>
                  <a:lnTo>
                    <a:pt x="2481338" y="2555075"/>
                  </a:lnTo>
                  <a:lnTo>
                    <a:pt x="2436223" y="2562394"/>
                  </a:lnTo>
                  <a:lnTo>
                    <a:pt x="2389632" y="2564892"/>
                  </a:ln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283457" y="4292613"/>
            <a:ext cx="1490980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10" b="1">
                <a:solidFill>
                  <a:srgbClr val="0FB880"/>
                </a:solidFill>
                <a:latin typeface="Arial"/>
                <a:cs typeface="Arial"/>
              </a:rPr>
              <a:t>BACK-</a:t>
            </a:r>
            <a:r>
              <a:rPr dirty="0" sz="1050" b="1">
                <a:solidFill>
                  <a:srgbClr val="0FB880"/>
                </a:solidFill>
                <a:latin typeface="Arial"/>
                <a:cs typeface="Arial"/>
              </a:rPr>
              <a:t>END</a:t>
            </a:r>
            <a:r>
              <a:rPr dirty="0" sz="1050" spc="5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B880"/>
                </a:solidFill>
                <a:latin typeface="Arial"/>
                <a:cs typeface="Arial"/>
              </a:rPr>
              <a:t>API</a:t>
            </a:r>
            <a:r>
              <a:rPr dirty="0" sz="1050" spc="4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0FB880"/>
                </a:solidFill>
                <a:latin typeface="Arial"/>
                <a:cs typeface="Arial"/>
              </a:rPr>
              <a:t>LAYER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46036" y="4518750"/>
            <a:ext cx="2051050" cy="80581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81915" indent="-69215">
              <a:lnSpc>
                <a:spcPct val="100000"/>
              </a:lnSpc>
              <a:spcBef>
                <a:spcPts val="610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Node.js</a:t>
            </a:r>
            <a:r>
              <a:rPr dirty="0" sz="8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server</a:t>
            </a:r>
            <a:r>
              <a:rPr dirty="0" sz="85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with</a:t>
            </a:r>
            <a:r>
              <a:rPr dirty="0" sz="850" spc="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Express</a:t>
            </a:r>
            <a:r>
              <a:rPr dirty="0" sz="8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routes.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15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Session</a:t>
            </a:r>
            <a:r>
              <a:rPr dirty="0" sz="85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protection</a:t>
            </a:r>
            <a:r>
              <a:rPr dirty="0" sz="850" spc="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middleware</a:t>
            </a:r>
            <a:r>
              <a:rPr dirty="0" sz="850" spc="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(JWT).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20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Mongoose</a:t>
            </a:r>
            <a:r>
              <a:rPr dirty="0" sz="8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schemas</a:t>
            </a:r>
            <a:r>
              <a:rPr dirty="0" sz="8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&amp;</a:t>
            </a:r>
            <a:r>
              <a:rPr dirty="0" sz="8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models</a:t>
            </a:r>
            <a:r>
              <a:rPr dirty="0" sz="8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mapping.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15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Hybrid</a:t>
            </a:r>
            <a:r>
              <a:rPr dirty="0" sz="8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resolver</a:t>
            </a:r>
            <a:r>
              <a:rPr dirty="0" sz="8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local</a:t>
            </a:r>
            <a:r>
              <a:rPr dirty="0" sz="85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routers.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34733" y="3467861"/>
            <a:ext cx="2824480" cy="2573020"/>
            <a:chOff x="6634733" y="3467861"/>
            <a:chExt cx="2824480" cy="257302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2578" y="3563270"/>
              <a:ext cx="159646" cy="26120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638543" y="3471671"/>
              <a:ext cx="2458720" cy="2484120"/>
            </a:xfrm>
            <a:custGeom>
              <a:avLst/>
              <a:gdLst/>
              <a:ahLst/>
              <a:cxnLst/>
              <a:rect l="l" t="t" r="r" b="b"/>
              <a:pathLst>
                <a:path w="2458720" h="2484120">
                  <a:moveTo>
                    <a:pt x="160378" y="94995"/>
                  </a:move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4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58121" y="6095"/>
                  </a:lnTo>
                </a:path>
                <a:path w="2458720" h="2484120">
                  <a:moveTo>
                    <a:pt x="177065" y="2483770"/>
                  </a:moveTo>
                  <a:lnTo>
                    <a:pt x="175455" y="2482595"/>
                  </a:lnTo>
                </a:path>
                <a:path w="2458720" h="2484120">
                  <a:moveTo>
                    <a:pt x="145534" y="2458454"/>
                  </a:moveTo>
                  <a:lnTo>
                    <a:pt x="143975" y="2457195"/>
                  </a:lnTo>
                </a:path>
                <a:path w="2458720" h="2484120">
                  <a:moveTo>
                    <a:pt x="68684" y="2369172"/>
                  </a:moveTo>
                  <a:lnTo>
                    <a:pt x="68106" y="2368295"/>
                  </a:lnTo>
                </a:path>
                <a:path w="2458720" h="2484120">
                  <a:moveTo>
                    <a:pt x="53339" y="2343811"/>
                  </a:moveTo>
                  <a:lnTo>
                    <a:pt x="52863" y="2342895"/>
                  </a:lnTo>
                </a:path>
                <a:path w="2458720" h="2484120">
                  <a:moveTo>
                    <a:pt x="47243" y="2332098"/>
                  </a:moveTo>
                  <a:lnTo>
                    <a:pt x="46253" y="2330195"/>
                  </a:lnTo>
                </a:path>
                <a:path w="2458720" h="2484120">
                  <a:moveTo>
                    <a:pt x="35051" y="2306752"/>
                  </a:moveTo>
                  <a:lnTo>
                    <a:pt x="34281" y="2304795"/>
                  </a:lnTo>
                </a:path>
                <a:path w="2458720" h="2484120">
                  <a:moveTo>
                    <a:pt x="30479" y="2295143"/>
                  </a:moveTo>
                  <a:lnTo>
                    <a:pt x="29279" y="2292095"/>
                  </a:lnTo>
                </a:path>
                <a:path w="2458720" h="2484120">
                  <a:moveTo>
                    <a:pt x="16763" y="2254787"/>
                  </a:moveTo>
                  <a:lnTo>
                    <a:pt x="16545" y="2253995"/>
                  </a:lnTo>
                </a:path>
                <a:path w="2458720" h="2484120">
                  <a:moveTo>
                    <a:pt x="13716" y="2243742"/>
                  </a:moveTo>
                  <a:lnTo>
                    <a:pt x="13041" y="2241295"/>
                  </a:lnTo>
                </a:path>
                <a:path w="2458720" h="2484120">
                  <a:moveTo>
                    <a:pt x="10667" y="2232694"/>
                  </a:moveTo>
                  <a:lnTo>
                    <a:pt x="9890" y="2229878"/>
                  </a:lnTo>
                  <a:lnTo>
                    <a:pt x="9681" y="2228595"/>
                  </a:lnTo>
                </a:path>
                <a:path w="2458720" h="2484120">
                  <a:moveTo>
                    <a:pt x="6095" y="2206659"/>
                  </a:moveTo>
                  <a:lnTo>
                    <a:pt x="5529" y="2203195"/>
                  </a:lnTo>
                </a:path>
                <a:path w="2458720" h="2484120">
                  <a:moveTo>
                    <a:pt x="4571" y="2197337"/>
                  </a:moveTo>
                  <a:lnTo>
                    <a:pt x="3453" y="2190495"/>
                  </a:lnTo>
                </a:path>
                <a:path w="2458720" h="2484120">
                  <a:moveTo>
                    <a:pt x="3048" y="2188015"/>
                  </a:moveTo>
                  <a:lnTo>
                    <a:pt x="2516" y="2184763"/>
                  </a:lnTo>
                  <a:lnTo>
                    <a:pt x="2140" y="2177795"/>
                  </a:lnTo>
                </a:path>
                <a:path w="2458720" h="2484120">
                  <a:moveTo>
                    <a:pt x="1523" y="2166383"/>
                  </a:moveTo>
                  <a:lnTo>
                    <a:pt x="82" y="2139691"/>
                  </a:lnTo>
                  <a:lnTo>
                    <a:pt x="0" y="2138172"/>
                  </a:lnTo>
                  <a:lnTo>
                    <a:pt x="0" y="437895"/>
                  </a:lnTo>
                  <a:lnTo>
                    <a:pt x="0" y="428244"/>
                  </a:lnTo>
                  <a:lnTo>
                    <a:pt x="1535" y="399796"/>
                  </a:lnTo>
                  <a:lnTo>
                    <a:pt x="2516" y="381633"/>
                  </a:lnTo>
                  <a:lnTo>
                    <a:pt x="7000" y="354167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2855" y="3473957"/>
              <a:ext cx="363645" cy="38862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279567" y="3899915"/>
              <a:ext cx="175895" cy="2055495"/>
            </a:xfrm>
            <a:custGeom>
              <a:avLst/>
              <a:gdLst/>
              <a:ahLst/>
              <a:cxnLst/>
              <a:rect l="l" t="t" r="r" b="b"/>
              <a:pathLst>
                <a:path w="175895" h="2055495">
                  <a:moveTo>
                    <a:pt x="175303" y="0"/>
                  </a:moveTo>
                  <a:lnTo>
                    <a:pt x="175328" y="1709928"/>
                  </a:lnTo>
                  <a:lnTo>
                    <a:pt x="173813" y="1738187"/>
                  </a:lnTo>
                </a:path>
                <a:path w="175895" h="2055495">
                  <a:moveTo>
                    <a:pt x="860" y="2054352"/>
                  </a:moveTo>
                  <a:lnTo>
                    <a:pt x="0" y="205491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638544" y="3471672"/>
              <a:ext cx="2816860" cy="2565400"/>
            </a:xfrm>
            <a:custGeom>
              <a:avLst/>
              <a:gdLst/>
              <a:ahLst/>
              <a:cxnLst/>
              <a:rect l="l" t="t" r="r" b="b"/>
              <a:pathLst>
                <a:path w="2816859" h="2565400">
                  <a:moveTo>
                    <a:pt x="2389632" y="2564892"/>
                  </a:move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81338" y="9890"/>
                  </a:lnTo>
                  <a:lnTo>
                    <a:pt x="2524719" y="21860"/>
                  </a:lnTo>
                  <a:lnTo>
                    <a:pt x="2566108" y="38161"/>
                  </a:lnTo>
                  <a:lnTo>
                    <a:pt x="2605249" y="58532"/>
                  </a:lnTo>
                  <a:lnTo>
                    <a:pt x="2641884" y="82710"/>
                  </a:lnTo>
                  <a:lnTo>
                    <a:pt x="2675755" y="110431"/>
                  </a:lnTo>
                  <a:lnTo>
                    <a:pt x="2706605" y="141434"/>
                  </a:lnTo>
                  <a:lnTo>
                    <a:pt x="2734177" y="175455"/>
                  </a:lnTo>
                  <a:lnTo>
                    <a:pt x="2758214" y="212231"/>
                  </a:lnTo>
                  <a:lnTo>
                    <a:pt x="2778457" y="251499"/>
                  </a:lnTo>
                  <a:lnTo>
                    <a:pt x="2794650" y="292998"/>
                  </a:lnTo>
                  <a:lnTo>
                    <a:pt x="2806535" y="336463"/>
                  </a:lnTo>
                  <a:lnTo>
                    <a:pt x="2813854" y="381633"/>
                  </a:lnTo>
                  <a:lnTo>
                    <a:pt x="2816351" y="428243"/>
                  </a:lnTo>
                  <a:lnTo>
                    <a:pt x="2816351" y="2138172"/>
                  </a:lnTo>
                  <a:lnTo>
                    <a:pt x="2813854" y="2184763"/>
                  </a:lnTo>
                  <a:lnTo>
                    <a:pt x="2806535" y="2229878"/>
                  </a:lnTo>
                  <a:lnTo>
                    <a:pt x="2794650" y="2273259"/>
                  </a:lnTo>
                  <a:lnTo>
                    <a:pt x="2778457" y="2314648"/>
                  </a:lnTo>
                  <a:lnTo>
                    <a:pt x="2758214" y="2353789"/>
                  </a:lnTo>
                  <a:lnTo>
                    <a:pt x="2734177" y="2390424"/>
                  </a:lnTo>
                  <a:lnTo>
                    <a:pt x="2706605" y="2424295"/>
                  </a:lnTo>
                  <a:lnTo>
                    <a:pt x="2675755" y="2455145"/>
                  </a:lnTo>
                  <a:lnTo>
                    <a:pt x="2641884" y="2482717"/>
                  </a:lnTo>
                  <a:lnTo>
                    <a:pt x="2605249" y="2506754"/>
                  </a:lnTo>
                  <a:lnTo>
                    <a:pt x="2566108" y="2526997"/>
                  </a:lnTo>
                  <a:lnTo>
                    <a:pt x="2524719" y="2543190"/>
                  </a:lnTo>
                  <a:lnTo>
                    <a:pt x="2481338" y="2555075"/>
                  </a:lnTo>
                  <a:lnTo>
                    <a:pt x="2436223" y="2562394"/>
                  </a:lnTo>
                  <a:lnTo>
                    <a:pt x="2389632" y="2564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638544" y="3471672"/>
              <a:ext cx="2816860" cy="2565400"/>
            </a:xfrm>
            <a:custGeom>
              <a:avLst/>
              <a:gdLst/>
              <a:ahLst/>
              <a:cxnLst/>
              <a:rect l="l" t="t" r="r" b="b"/>
              <a:pathLst>
                <a:path w="2816859" h="2565400">
                  <a:moveTo>
                    <a:pt x="0" y="428243"/>
                  </a:move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2389632" y="0"/>
                  </a:lnTo>
                  <a:lnTo>
                    <a:pt x="2436223" y="2516"/>
                  </a:lnTo>
                  <a:lnTo>
                    <a:pt x="2481338" y="9890"/>
                  </a:lnTo>
                  <a:lnTo>
                    <a:pt x="2524719" y="21860"/>
                  </a:lnTo>
                  <a:lnTo>
                    <a:pt x="2566108" y="38161"/>
                  </a:lnTo>
                  <a:lnTo>
                    <a:pt x="2605249" y="58532"/>
                  </a:lnTo>
                  <a:lnTo>
                    <a:pt x="2641884" y="82710"/>
                  </a:lnTo>
                  <a:lnTo>
                    <a:pt x="2675755" y="110431"/>
                  </a:lnTo>
                  <a:lnTo>
                    <a:pt x="2706605" y="141434"/>
                  </a:lnTo>
                  <a:lnTo>
                    <a:pt x="2734177" y="175455"/>
                  </a:lnTo>
                  <a:lnTo>
                    <a:pt x="2758214" y="212231"/>
                  </a:lnTo>
                  <a:lnTo>
                    <a:pt x="2778457" y="251499"/>
                  </a:lnTo>
                  <a:lnTo>
                    <a:pt x="2794650" y="292998"/>
                  </a:lnTo>
                  <a:lnTo>
                    <a:pt x="2806535" y="336463"/>
                  </a:lnTo>
                  <a:lnTo>
                    <a:pt x="2813854" y="381633"/>
                  </a:lnTo>
                  <a:lnTo>
                    <a:pt x="2816351" y="428243"/>
                  </a:lnTo>
                  <a:lnTo>
                    <a:pt x="2816351" y="2138172"/>
                  </a:lnTo>
                  <a:lnTo>
                    <a:pt x="2813854" y="2184763"/>
                  </a:lnTo>
                  <a:lnTo>
                    <a:pt x="2806535" y="2229878"/>
                  </a:lnTo>
                  <a:lnTo>
                    <a:pt x="2794650" y="2273259"/>
                  </a:lnTo>
                  <a:lnTo>
                    <a:pt x="2778457" y="2314648"/>
                  </a:lnTo>
                  <a:lnTo>
                    <a:pt x="2758214" y="2353789"/>
                  </a:lnTo>
                  <a:lnTo>
                    <a:pt x="2734177" y="2390424"/>
                  </a:lnTo>
                  <a:lnTo>
                    <a:pt x="2706605" y="2424295"/>
                  </a:lnTo>
                  <a:lnTo>
                    <a:pt x="2675755" y="2455145"/>
                  </a:lnTo>
                  <a:lnTo>
                    <a:pt x="2641884" y="2482717"/>
                  </a:lnTo>
                  <a:lnTo>
                    <a:pt x="2605249" y="2506754"/>
                  </a:lnTo>
                  <a:lnTo>
                    <a:pt x="2566108" y="2526997"/>
                  </a:lnTo>
                  <a:lnTo>
                    <a:pt x="2524719" y="2543190"/>
                  </a:lnTo>
                  <a:lnTo>
                    <a:pt x="2481338" y="2555075"/>
                  </a:lnTo>
                  <a:lnTo>
                    <a:pt x="2436223" y="2562394"/>
                  </a:lnTo>
                  <a:lnTo>
                    <a:pt x="2389632" y="2564892"/>
                  </a:ln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401576" y="4292613"/>
            <a:ext cx="128714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b="1">
                <a:solidFill>
                  <a:srgbClr val="0FB880"/>
                </a:solidFill>
                <a:latin typeface="Arial"/>
                <a:cs typeface="Arial"/>
              </a:rPr>
              <a:t>PERSISTENCE</a:t>
            </a:r>
            <a:r>
              <a:rPr dirty="0" sz="1050" spc="6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FB880"/>
                </a:solidFill>
                <a:latin typeface="Arial"/>
                <a:cs typeface="Arial"/>
              </a:rPr>
              <a:t>&amp;</a:t>
            </a:r>
            <a:r>
              <a:rPr dirty="0" sz="1050" spc="-25" b="1">
                <a:solidFill>
                  <a:srgbClr val="0FB880"/>
                </a:solidFill>
                <a:latin typeface="Arial"/>
                <a:cs typeface="Arial"/>
              </a:rPr>
              <a:t> AI</a:t>
            </a:r>
            <a:endParaRPr sz="105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6863534" y="4518750"/>
            <a:ext cx="2133600" cy="805815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81915" indent="-69215">
              <a:lnSpc>
                <a:spcPct val="100000"/>
              </a:lnSpc>
              <a:spcBef>
                <a:spcPts val="610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MongoDB</a:t>
            </a:r>
            <a:r>
              <a:rPr dirty="0" sz="8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Atlas</a:t>
            </a:r>
            <a:r>
              <a:rPr dirty="0" sz="85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cloud</a:t>
            </a:r>
            <a:r>
              <a:rPr dirty="0" sz="8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storage.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15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Protects</a:t>
            </a:r>
            <a:r>
              <a:rPr dirty="0" sz="8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personal</a:t>
            </a:r>
            <a:r>
              <a:rPr dirty="0" sz="850" spc="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medication</a:t>
            </a:r>
            <a:r>
              <a:rPr dirty="0" sz="850" spc="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212121"/>
                </a:solidFill>
                <a:latin typeface="Arial MT"/>
                <a:cs typeface="Arial MT"/>
              </a:rPr>
              <a:t>history.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20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Official</a:t>
            </a:r>
            <a:r>
              <a:rPr dirty="0" sz="8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@google/genai</a:t>
            </a:r>
            <a:r>
              <a:rPr dirty="0" sz="850" spc="8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212121"/>
                </a:solidFill>
                <a:latin typeface="Arial MT"/>
                <a:cs typeface="Arial MT"/>
              </a:rPr>
              <a:t>SDK.</a:t>
            </a:r>
            <a:endParaRPr sz="850">
              <a:latin typeface="Arial MT"/>
              <a:cs typeface="Arial MT"/>
            </a:endParaRPr>
          </a:p>
          <a:p>
            <a:pPr marL="81915" indent="-69215">
              <a:lnSpc>
                <a:spcPct val="100000"/>
              </a:lnSpc>
              <a:spcBef>
                <a:spcPts val="515"/>
              </a:spcBef>
              <a:buChar char="•"/>
              <a:tabLst>
                <a:tab pos="81915" algn="l"/>
              </a:tabLst>
            </a:pP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Secured</a:t>
            </a:r>
            <a:r>
              <a:rPr dirty="0" sz="8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API</a:t>
            </a:r>
            <a:r>
              <a:rPr dirty="0" sz="85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keys</a:t>
            </a:r>
            <a:r>
              <a:rPr dirty="0" sz="850" spc="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12121"/>
                </a:solidFill>
                <a:latin typeface="Arial MT"/>
                <a:cs typeface="Arial MT"/>
              </a:rPr>
              <a:t>via environmental</a:t>
            </a:r>
            <a:r>
              <a:rPr dirty="0" sz="850" spc="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850" spc="-20">
                <a:solidFill>
                  <a:srgbClr val="212121"/>
                </a:solidFill>
                <a:latin typeface="Arial MT"/>
                <a:cs typeface="Arial MT"/>
              </a:rPr>
              <a:t>.env.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TECHNOLOGY</a:t>
            </a:r>
            <a:r>
              <a:rPr dirty="0" spc="-85"/>
              <a:t> </a:t>
            </a:r>
            <a:r>
              <a:rPr dirty="0" spc="-20"/>
              <a:t>STACK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Full-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stack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tools</a:t>
            </a:r>
            <a:r>
              <a:rPr dirty="0" sz="1050" spc="6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&amp;</a:t>
            </a:r>
            <a:r>
              <a:rPr dirty="0" sz="1050" spc="3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services</a:t>
            </a:r>
            <a:r>
              <a:rPr dirty="0" sz="1050" spc="6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catalog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6985" y="2179782"/>
            <a:ext cx="8343900" cy="15875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68275" indent="-155575">
              <a:lnSpc>
                <a:spcPct val="100000"/>
              </a:lnSpc>
              <a:spcBef>
                <a:spcPts val="935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Frontend</a:t>
            </a:r>
            <a:r>
              <a:rPr dirty="0" sz="13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client</a:t>
            </a:r>
            <a:r>
              <a:rPr dirty="0" sz="1350" spc="2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framework:</a:t>
            </a:r>
            <a:r>
              <a:rPr dirty="0" sz="1350" spc="-3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React.js</a:t>
            </a:r>
            <a:r>
              <a:rPr dirty="0" sz="13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(v18),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Context</a:t>
            </a:r>
            <a:r>
              <a:rPr dirty="0" sz="1350" spc="-6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API, React</a:t>
            </a:r>
            <a:r>
              <a:rPr dirty="0" sz="13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Router,</a:t>
            </a:r>
            <a:r>
              <a:rPr dirty="0" sz="1350" spc="-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TailwindCSS/Vanilla</a:t>
            </a:r>
            <a:r>
              <a:rPr dirty="0" sz="13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CSS,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Chart.js</a:t>
            </a:r>
            <a:endParaRPr sz="1350">
              <a:latin typeface="Arial MT"/>
              <a:cs typeface="Arial MT"/>
            </a:endParaRPr>
          </a:p>
          <a:p>
            <a:pPr marL="168275" indent="-155575">
              <a:lnSpc>
                <a:spcPct val="100000"/>
              </a:lnSpc>
              <a:spcBef>
                <a:spcPts val="840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Backend</a:t>
            </a:r>
            <a:r>
              <a:rPr dirty="0" sz="1350" spc="-3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endpoint</a:t>
            </a:r>
            <a:r>
              <a:rPr dirty="0" sz="13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server:</a:t>
            </a:r>
            <a:r>
              <a:rPr dirty="0" sz="1350" spc="-2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Node.js</a:t>
            </a:r>
            <a:r>
              <a:rPr dirty="0" sz="13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(LTS),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Express.js</a:t>
            </a:r>
            <a:endParaRPr sz="1350">
              <a:latin typeface="Arial MT"/>
              <a:cs typeface="Arial MT"/>
            </a:endParaRPr>
          </a:p>
          <a:p>
            <a:pPr marL="168275" indent="-155575">
              <a:lnSpc>
                <a:spcPct val="100000"/>
              </a:lnSpc>
              <a:spcBef>
                <a:spcPts val="840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Database</a:t>
            </a:r>
            <a:r>
              <a:rPr dirty="0" sz="1350" spc="-1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persistence</a:t>
            </a:r>
            <a:r>
              <a:rPr dirty="0" sz="1350" spc="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layer:</a:t>
            </a:r>
            <a:r>
              <a:rPr dirty="0" sz="13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MongoDB</a:t>
            </a:r>
            <a:r>
              <a:rPr dirty="0" sz="1350" spc="-8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Atlas</a:t>
            </a:r>
            <a:r>
              <a:rPr dirty="0" sz="135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cloud</a:t>
            </a:r>
            <a:r>
              <a:rPr dirty="0" sz="135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cluster,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Mongoose Object</a:t>
            </a:r>
            <a:r>
              <a:rPr dirty="0" sz="13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Data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Modeling</a:t>
            </a:r>
            <a:r>
              <a:rPr dirty="0" sz="13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(ODM)</a:t>
            </a:r>
            <a:endParaRPr sz="1350">
              <a:latin typeface="Arial MT"/>
              <a:cs typeface="Arial MT"/>
            </a:endParaRPr>
          </a:p>
          <a:p>
            <a:pPr marL="168275" indent="-155575">
              <a:lnSpc>
                <a:spcPct val="100000"/>
              </a:lnSpc>
              <a:spcBef>
                <a:spcPts val="840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Security</a:t>
            </a:r>
            <a:r>
              <a:rPr dirty="0" sz="1350" spc="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credentials:</a:t>
            </a:r>
            <a:r>
              <a:rPr dirty="0" sz="1350" spc="2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JSON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Web</a:t>
            </a:r>
            <a:r>
              <a:rPr dirty="0" sz="135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Tokens</a:t>
            </a:r>
            <a:r>
              <a:rPr dirty="0" sz="13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(JWT)</a:t>
            </a:r>
            <a:r>
              <a:rPr dirty="0" sz="13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for cookie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headers,</a:t>
            </a:r>
            <a:r>
              <a:rPr dirty="0" sz="13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bcryptjs</a:t>
            </a:r>
            <a:r>
              <a:rPr dirty="0" sz="13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for password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encryption</a:t>
            </a:r>
            <a:endParaRPr sz="1350">
              <a:latin typeface="Arial MT"/>
              <a:cs typeface="Arial MT"/>
            </a:endParaRPr>
          </a:p>
          <a:p>
            <a:pPr marL="168275" indent="-155575">
              <a:lnSpc>
                <a:spcPct val="100000"/>
              </a:lnSpc>
              <a:spcBef>
                <a:spcPts val="840"/>
              </a:spcBef>
              <a:buChar char="•"/>
              <a:tabLst>
                <a:tab pos="168275" algn="l"/>
              </a:tabLst>
            </a:pP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Generative</a:t>
            </a:r>
            <a:r>
              <a:rPr dirty="0" sz="1350" spc="-4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AI</a:t>
            </a:r>
            <a:r>
              <a:rPr dirty="0" sz="1350" spc="4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model</a:t>
            </a:r>
            <a:r>
              <a:rPr dirty="0" sz="1350" spc="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1A75BC"/>
                </a:solidFill>
                <a:latin typeface="Arial"/>
                <a:cs typeface="Arial"/>
              </a:rPr>
              <a:t>integration:</a:t>
            </a:r>
            <a:r>
              <a:rPr dirty="0" sz="1350" spc="3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Google</a:t>
            </a:r>
            <a:r>
              <a:rPr dirty="0" sz="13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Gemini 2.5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Flash</a:t>
            </a:r>
            <a:r>
              <a:rPr dirty="0" sz="1350" spc="-7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API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via</a:t>
            </a:r>
            <a:r>
              <a:rPr dirty="0" sz="135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the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official</a:t>
            </a:r>
            <a:r>
              <a:rPr dirty="0" sz="13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@google/genai</a:t>
            </a:r>
            <a:r>
              <a:rPr dirty="0" sz="13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212121"/>
                </a:solidFill>
                <a:latin typeface="Arial MT"/>
                <a:cs typeface="Arial MT"/>
              </a:rPr>
              <a:t>SDK</a:t>
            </a:r>
            <a:r>
              <a:rPr dirty="0" sz="1350" spc="-10">
                <a:solidFill>
                  <a:srgbClr val="212121"/>
                </a:solidFill>
                <a:latin typeface="Arial MT"/>
                <a:cs typeface="Arial MT"/>
              </a:rPr>
              <a:t> library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85"/>
              <a:t> </a:t>
            </a:r>
            <a:r>
              <a:rPr dirty="0" spc="-10"/>
              <a:t>FEATURES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Interactive</a:t>
            </a:r>
            <a:r>
              <a:rPr dirty="0" sz="1050" spc="4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Capstone</a:t>
            </a:r>
            <a:r>
              <a:rPr dirty="0" sz="1050" spc="7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Core</a:t>
            </a:r>
            <a:r>
              <a:rPr dirty="0" sz="1050" spc="6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Modules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99694" y="2337053"/>
            <a:ext cx="4308475" cy="1667510"/>
            <a:chOff x="599694" y="2337053"/>
            <a:chExt cx="4308475" cy="1667510"/>
          </a:xfrm>
        </p:grpSpPr>
        <p:sp>
          <p:nvSpPr>
            <p:cNvPr id="5" name="object 5"/>
            <p:cNvSpPr/>
            <p:nvPr/>
          </p:nvSpPr>
          <p:spPr>
            <a:xfrm>
              <a:off x="603504" y="2340863"/>
              <a:ext cx="4300855" cy="1520190"/>
            </a:xfrm>
            <a:custGeom>
              <a:avLst/>
              <a:gdLst/>
              <a:ahLst/>
              <a:cxnLst/>
              <a:rect l="l" t="t" r="r" b="b"/>
              <a:pathLst>
                <a:path w="4300855" h="1520189">
                  <a:moveTo>
                    <a:pt x="10670" y="209781"/>
                  </a:moveTo>
                  <a:lnTo>
                    <a:pt x="9062" y="209781"/>
                  </a:lnTo>
                  <a:lnTo>
                    <a:pt x="11896" y="199564"/>
                  </a:lnTo>
                  <a:lnTo>
                    <a:pt x="10670" y="209781"/>
                  </a:lnTo>
                  <a:close/>
                </a:path>
                <a:path w="4300855" h="1520189">
                  <a:moveTo>
                    <a:pt x="3896" y="232847"/>
                  </a:moveTo>
                  <a:lnTo>
                    <a:pt x="4494" y="226246"/>
                  </a:lnTo>
                  <a:lnTo>
                    <a:pt x="9062" y="209781"/>
                  </a:lnTo>
                  <a:lnTo>
                    <a:pt x="7620" y="222503"/>
                  </a:lnTo>
                  <a:lnTo>
                    <a:pt x="3896" y="232847"/>
                  </a:lnTo>
                  <a:close/>
                </a:path>
                <a:path w="4300855" h="1520189">
                  <a:moveTo>
                    <a:pt x="22882" y="171656"/>
                  </a:moveTo>
                  <a:lnTo>
                    <a:pt x="21237" y="171656"/>
                  </a:lnTo>
                  <a:lnTo>
                    <a:pt x="38043" y="136595"/>
                  </a:lnTo>
                  <a:lnTo>
                    <a:pt x="48674" y="121685"/>
                  </a:lnTo>
                  <a:lnTo>
                    <a:pt x="47243" y="133603"/>
                  </a:lnTo>
                  <a:lnTo>
                    <a:pt x="41147" y="133603"/>
                  </a:lnTo>
                  <a:lnTo>
                    <a:pt x="39623" y="146303"/>
                  </a:lnTo>
                  <a:lnTo>
                    <a:pt x="35052" y="146303"/>
                  </a:lnTo>
                  <a:lnTo>
                    <a:pt x="22882" y="171656"/>
                  </a:lnTo>
                  <a:close/>
                </a:path>
                <a:path w="4300855" h="1520189">
                  <a:moveTo>
                    <a:pt x="13880" y="192413"/>
                  </a:moveTo>
                  <a:lnTo>
                    <a:pt x="17443" y="179570"/>
                  </a:lnTo>
                  <a:lnTo>
                    <a:pt x="21237" y="171656"/>
                  </a:lnTo>
                  <a:lnTo>
                    <a:pt x="19812" y="184403"/>
                  </a:lnTo>
                  <a:lnTo>
                    <a:pt x="16764" y="184403"/>
                  </a:lnTo>
                  <a:lnTo>
                    <a:pt x="13880" y="192413"/>
                  </a:lnTo>
                  <a:close/>
                </a:path>
                <a:path w="4300855" h="1520189">
                  <a:moveTo>
                    <a:pt x="54864" y="120903"/>
                  </a:moveTo>
                  <a:lnTo>
                    <a:pt x="49231" y="120903"/>
                  </a:lnTo>
                  <a:lnTo>
                    <a:pt x="57721" y="108996"/>
                  </a:lnTo>
                  <a:lnTo>
                    <a:pt x="54864" y="120903"/>
                  </a:lnTo>
                  <a:close/>
                </a:path>
                <a:path w="4300855" h="1520189">
                  <a:moveTo>
                    <a:pt x="64008" y="108203"/>
                  </a:moveTo>
                  <a:lnTo>
                    <a:pt x="58286" y="108203"/>
                  </a:lnTo>
                  <a:lnTo>
                    <a:pt x="65492" y="98098"/>
                  </a:lnTo>
                  <a:lnTo>
                    <a:pt x="79024" y="84668"/>
                  </a:lnTo>
                  <a:lnTo>
                    <a:pt x="77723" y="95503"/>
                  </a:lnTo>
                  <a:lnTo>
                    <a:pt x="64008" y="108203"/>
                  </a:lnTo>
                  <a:close/>
                </a:path>
                <a:path w="4300855" h="1520189">
                  <a:moveTo>
                    <a:pt x="85343" y="82803"/>
                  </a:moveTo>
                  <a:lnTo>
                    <a:pt x="80903" y="82803"/>
                  </a:lnTo>
                  <a:lnTo>
                    <a:pt x="98986" y="64856"/>
                  </a:lnTo>
                  <a:lnTo>
                    <a:pt x="137724" y="37648"/>
                  </a:lnTo>
                  <a:lnTo>
                    <a:pt x="146101" y="33691"/>
                  </a:lnTo>
                  <a:lnTo>
                    <a:pt x="144779" y="44703"/>
                  </a:lnTo>
                  <a:lnTo>
                    <a:pt x="129539" y="44703"/>
                  </a:lnTo>
                  <a:lnTo>
                    <a:pt x="123443" y="57403"/>
                  </a:lnTo>
                  <a:lnTo>
                    <a:pt x="111252" y="57403"/>
                  </a:lnTo>
                  <a:lnTo>
                    <a:pt x="108204" y="70103"/>
                  </a:lnTo>
                  <a:lnTo>
                    <a:pt x="100583" y="70103"/>
                  </a:lnTo>
                  <a:lnTo>
                    <a:pt x="85343" y="82803"/>
                  </a:lnTo>
                  <a:close/>
                </a:path>
                <a:path w="4300855" h="1520189">
                  <a:moveTo>
                    <a:pt x="198246" y="19216"/>
                  </a:moveTo>
                  <a:lnTo>
                    <a:pt x="176742" y="19216"/>
                  </a:lnTo>
                  <a:lnTo>
                    <a:pt x="180902" y="17251"/>
                  </a:lnTo>
                  <a:lnTo>
                    <a:pt x="214191" y="8143"/>
                  </a:lnTo>
                  <a:lnTo>
                    <a:pt x="198246" y="19216"/>
                  </a:lnTo>
                  <a:close/>
                </a:path>
                <a:path w="4300855" h="1520189">
                  <a:moveTo>
                    <a:pt x="172212" y="32003"/>
                  </a:moveTo>
                  <a:lnTo>
                    <a:pt x="149672" y="32003"/>
                  </a:lnTo>
                  <a:lnTo>
                    <a:pt x="176742" y="19216"/>
                  </a:lnTo>
                  <a:lnTo>
                    <a:pt x="172212" y="32003"/>
                  </a:lnTo>
                  <a:close/>
                </a:path>
                <a:path w="4300855" h="1520189">
                  <a:moveTo>
                    <a:pt x="4081348" y="6603"/>
                  </a:moveTo>
                  <a:lnTo>
                    <a:pt x="219817" y="6603"/>
                  </a:lnTo>
                  <a:lnTo>
                    <a:pt x="227717" y="4442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73411" y="4442"/>
                  </a:lnTo>
                  <a:lnTo>
                    <a:pt x="4081348" y="6603"/>
                  </a:lnTo>
                  <a:close/>
                </a:path>
                <a:path w="4300855" h="1520189">
                  <a:moveTo>
                    <a:pt x="36833" y="1520048"/>
                  </a:moveTo>
                  <a:lnTo>
                    <a:pt x="35811" y="1517904"/>
                  </a:lnTo>
                  <a:lnTo>
                    <a:pt x="36575" y="1517904"/>
                  </a:lnTo>
                  <a:lnTo>
                    <a:pt x="36833" y="1520048"/>
                  </a:lnTo>
                  <a:close/>
                </a:path>
                <a:path w="4300855" h="1520189">
                  <a:moveTo>
                    <a:pt x="1523" y="1398951"/>
                  </a:moveTo>
                  <a:lnTo>
                    <a:pt x="788" y="1390904"/>
                  </a:lnTo>
                  <a:lnTo>
                    <a:pt x="1523" y="1390904"/>
                  </a:lnTo>
                  <a:lnTo>
                    <a:pt x="1523" y="1398951"/>
                  </a:lnTo>
                  <a:close/>
                </a:path>
                <a:path w="4300855" h="1520189">
                  <a:moveTo>
                    <a:pt x="0" y="286003"/>
                  </a:moveTo>
                  <a:lnTo>
                    <a:pt x="0" y="275844"/>
                  </a:lnTo>
                  <a:lnTo>
                    <a:pt x="727" y="267815"/>
                  </a:lnTo>
                  <a:lnTo>
                    <a:pt x="0" y="286003"/>
                  </a:lnTo>
                  <a:close/>
                </a:path>
                <a:path w="4300855" h="1520189">
                  <a:moveTo>
                    <a:pt x="4124792" y="19303"/>
                  </a:moveTo>
                  <a:lnTo>
                    <a:pt x="4098036" y="19303"/>
                  </a:lnTo>
                  <a:lnTo>
                    <a:pt x="4087436" y="8262"/>
                  </a:lnTo>
                  <a:lnTo>
                    <a:pt x="4120440" y="17251"/>
                  </a:lnTo>
                  <a:lnTo>
                    <a:pt x="4124792" y="19303"/>
                  </a:lnTo>
                  <a:close/>
                </a:path>
                <a:path w="4300855" h="1520189">
                  <a:moveTo>
                    <a:pt x="4173713" y="44703"/>
                  </a:moveTo>
                  <a:lnTo>
                    <a:pt x="4160520" y="44703"/>
                  </a:lnTo>
                  <a:lnTo>
                    <a:pt x="4133088" y="32003"/>
                  </a:lnTo>
                  <a:lnTo>
                    <a:pt x="4128516" y="32003"/>
                  </a:lnTo>
                  <a:lnTo>
                    <a:pt x="4125554" y="19663"/>
                  </a:lnTo>
                  <a:lnTo>
                    <a:pt x="4163681" y="37648"/>
                  </a:lnTo>
                  <a:lnTo>
                    <a:pt x="4173713" y="44703"/>
                  </a:lnTo>
                  <a:close/>
                </a:path>
                <a:path w="4300855" h="1520189">
                  <a:moveTo>
                    <a:pt x="4191771" y="57403"/>
                  </a:moveTo>
                  <a:lnTo>
                    <a:pt x="4177284" y="57403"/>
                  </a:lnTo>
                  <a:lnTo>
                    <a:pt x="4175949" y="46276"/>
                  </a:lnTo>
                  <a:lnTo>
                    <a:pt x="4191771" y="57403"/>
                  </a:lnTo>
                  <a:close/>
                </a:path>
                <a:path w="4300855" h="1520189">
                  <a:moveTo>
                    <a:pt x="4207635" y="70103"/>
                  </a:moveTo>
                  <a:lnTo>
                    <a:pt x="4195572" y="70103"/>
                  </a:lnTo>
                  <a:lnTo>
                    <a:pt x="4192676" y="58040"/>
                  </a:lnTo>
                  <a:lnTo>
                    <a:pt x="4202368" y="64856"/>
                  </a:lnTo>
                  <a:lnTo>
                    <a:pt x="4207635" y="70103"/>
                  </a:lnTo>
                  <a:close/>
                </a:path>
                <a:path w="4300855" h="1520189">
                  <a:moveTo>
                    <a:pt x="4242900" y="108203"/>
                  </a:moveTo>
                  <a:lnTo>
                    <a:pt x="4239768" y="108203"/>
                  </a:lnTo>
                  <a:lnTo>
                    <a:pt x="4230624" y="95503"/>
                  </a:lnTo>
                  <a:lnTo>
                    <a:pt x="4229100" y="95503"/>
                  </a:lnTo>
                  <a:lnTo>
                    <a:pt x="4210812" y="82803"/>
                  </a:lnTo>
                  <a:lnTo>
                    <a:pt x="4207684" y="70103"/>
                  </a:lnTo>
                  <a:lnTo>
                    <a:pt x="4235737" y="98098"/>
                  </a:lnTo>
                  <a:lnTo>
                    <a:pt x="4242900" y="108203"/>
                  </a:lnTo>
                  <a:close/>
                </a:path>
                <a:path w="4300855" h="1520189">
                  <a:moveTo>
                    <a:pt x="4251901" y="120903"/>
                  </a:moveTo>
                  <a:lnTo>
                    <a:pt x="4244340" y="120903"/>
                  </a:lnTo>
                  <a:lnTo>
                    <a:pt x="4244340" y="110235"/>
                  </a:lnTo>
                  <a:lnTo>
                    <a:pt x="4251901" y="120903"/>
                  </a:lnTo>
                  <a:close/>
                </a:path>
                <a:path w="4300855" h="1520189">
                  <a:moveTo>
                    <a:pt x="4260902" y="133603"/>
                  </a:moveTo>
                  <a:lnTo>
                    <a:pt x="4253484" y="133603"/>
                  </a:lnTo>
                  <a:lnTo>
                    <a:pt x="4253484" y="123137"/>
                  </a:lnTo>
                  <a:lnTo>
                    <a:pt x="4260902" y="133603"/>
                  </a:lnTo>
                  <a:close/>
                </a:path>
                <a:path w="4300855" h="1520189">
                  <a:moveTo>
                    <a:pt x="4267640" y="146303"/>
                  </a:moveTo>
                  <a:lnTo>
                    <a:pt x="4261104" y="146303"/>
                  </a:lnTo>
                  <a:lnTo>
                    <a:pt x="4261104" y="133888"/>
                  </a:lnTo>
                  <a:lnTo>
                    <a:pt x="4263023" y="136595"/>
                  </a:lnTo>
                  <a:lnTo>
                    <a:pt x="4267640" y="146303"/>
                  </a:lnTo>
                  <a:close/>
                </a:path>
                <a:path w="4300855" h="1520189">
                  <a:moveTo>
                    <a:pt x="4273679" y="159003"/>
                  </a:moveTo>
                  <a:lnTo>
                    <a:pt x="4268724" y="159003"/>
                  </a:lnTo>
                  <a:lnTo>
                    <a:pt x="4268724" y="148583"/>
                  </a:lnTo>
                  <a:lnTo>
                    <a:pt x="4273679" y="159003"/>
                  </a:lnTo>
                  <a:close/>
                </a:path>
                <a:path w="4300855" h="1520189">
                  <a:moveTo>
                    <a:pt x="4284788" y="184403"/>
                  </a:moveTo>
                  <a:lnTo>
                    <a:pt x="4279392" y="184403"/>
                  </a:lnTo>
                  <a:lnTo>
                    <a:pt x="4279392" y="171703"/>
                  </a:lnTo>
                  <a:lnTo>
                    <a:pt x="4274819" y="171703"/>
                  </a:lnTo>
                  <a:lnTo>
                    <a:pt x="4274819" y="161401"/>
                  </a:lnTo>
                  <a:lnTo>
                    <a:pt x="4283460" y="179570"/>
                  </a:lnTo>
                  <a:lnTo>
                    <a:pt x="4284788" y="184403"/>
                  </a:lnTo>
                  <a:close/>
                </a:path>
                <a:path w="4300855" h="1520189">
                  <a:moveTo>
                    <a:pt x="4288277" y="197103"/>
                  </a:moveTo>
                  <a:lnTo>
                    <a:pt x="4285488" y="197103"/>
                  </a:lnTo>
                  <a:lnTo>
                    <a:pt x="4285488" y="186953"/>
                  </a:lnTo>
                  <a:lnTo>
                    <a:pt x="4288277" y="197103"/>
                  </a:lnTo>
                  <a:close/>
                </a:path>
                <a:path w="4300855" h="1520189">
                  <a:moveTo>
                    <a:pt x="4291766" y="209803"/>
                  </a:moveTo>
                  <a:lnTo>
                    <a:pt x="4288536" y="209803"/>
                  </a:lnTo>
                  <a:lnTo>
                    <a:pt x="4288536" y="198045"/>
                  </a:lnTo>
                  <a:lnTo>
                    <a:pt x="4291766" y="209803"/>
                  </a:lnTo>
                  <a:close/>
                </a:path>
                <a:path w="4300855" h="1520189">
                  <a:moveTo>
                    <a:pt x="4295255" y="222503"/>
                  </a:moveTo>
                  <a:lnTo>
                    <a:pt x="4293108" y="222503"/>
                  </a:lnTo>
                  <a:lnTo>
                    <a:pt x="4293108" y="214688"/>
                  </a:lnTo>
                  <a:lnTo>
                    <a:pt x="4295255" y="222503"/>
                  </a:lnTo>
                  <a:close/>
                </a:path>
                <a:path w="4300855" h="1520189">
                  <a:moveTo>
                    <a:pt x="4297086" y="235203"/>
                  </a:moveTo>
                  <a:lnTo>
                    <a:pt x="4296156" y="235203"/>
                  </a:lnTo>
                  <a:lnTo>
                    <a:pt x="4296156" y="226246"/>
                  </a:lnTo>
                  <a:lnTo>
                    <a:pt x="4296283" y="226246"/>
                  </a:lnTo>
                  <a:lnTo>
                    <a:pt x="4297086" y="235203"/>
                  </a:lnTo>
                  <a:close/>
                </a:path>
                <a:path w="4300855" h="1520189">
                  <a:moveTo>
                    <a:pt x="4298224" y="247903"/>
                  </a:moveTo>
                  <a:lnTo>
                    <a:pt x="4297680" y="247903"/>
                  </a:lnTo>
                  <a:lnTo>
                    <a:pt x="4297680" y="241830"/>
                  </a:lnTo>
                  <a:lnTo>
                    <a:pt x="4298224" y="247903"/>
                  </a:lnTo>
                  <a:close/>
                </a:path>
                <a:path w="4300855" h="1520189">
                  <a:moveTo>
                    <a:pt x="4299209" y="1399369"/>
                  </a:moveTo>
                  <a:lnTo>
                    <a:pt x="4300707" y="275843"/>
                  </a:lnTo>
                  <a:lnTo>
                    <a:pt x="4300728" y="1382268"/>
                  </a:lnTo>
                  <a:lnTo>
                    <a:pt x="4299209" y="1399369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90" y="2345197"/>
              <a:ext cx="217915" cy="2323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3504" y="2340863"/>
              <a:ext cx="4081779" cy="1531620"/>
            </a:xfrm>
            <a:custGeom>
              <a:avLst/>
              <a:gdLst/>
              <a:ahLst/>
              <a:cxnLst/>
              <a:rect l="l" t="t" r="r" b="b"/>
              <a:pathLst>
                <a:path w="4081779" h="1531620">
                  <a:moveTo>
                    <a:pt x="219817" y="6603"/>
                  </a:moveTo>
                  <a:lnTo>
                    <a:pt x="227717" y="4442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73411" y="4442"/>
                  </a:lnTo>
                  <a:lnTo>
                    <a:pt x="4081348" y="6603"/>
                  </a:lnTo>
                </a:path>
                <a:path w="4081779" h="1531620">
                  <a:moveTo>
                    <a:pt x="44195" y="1531260"/>
                  </a:moveTo>
                  <a:lnTo>
                    <a:pt x="43730" y="1530603"/>
                  </a:lnTo>
                </a:path>
                <a:path w="4081779" h="1531620">
                  <a:moveTo>
                    <a:pt x="36833" y="1520048"/>
                  </a:moveTo>
                  <a:lnTo>
                    <a:pt x="35811" y="1517903"/>
                  </a:lnTo>
                </a:path>
                <a:path w="4081779" h="1531620">
                  <a:moveTo>
                    <a:pt x="18287" y="1481121"/>
                  </a:moveTo>
                  <a:lnTo>
                    <a:pt x="17660" y="1479803"/>
                  </a:lnTo>
                </a:path>
                <a:path w="4081779" h="1531620">
                  <a:moveTo>
                    <a:pt x="7620" y="1443670"/>
                  </a:moveTo>
                  <a:lnTo>
                    <a:pt x="7078" y="1441703"/>
                  </a:lnTo>
                </a:path>
                <a:path w="4081779" h="1531620">
                  <a:moveTo>
                    <a:pt x="4571" y="1432319"/>
                  </a:moveTo>
                  <a:lnTo>
                    <a:pt x="4269" y="1429003"/>
                  </a:lnTo>
                </a:path>
                <a:path w="4081779" h="1531620">
                  <a:moveTo>
                    <a:pt x="1523" y="1398951"/>
                  </a:moveTo>
                  <a:lnTo>
                    <a:pt x="788" y="1390903"/>
                  </a:lnTo>
                </a:path>
                <a:path w="4081779" h="1531620">
                  <a:moveTo>
                    <a:pt x="0" y="1382268"/>
                  </a:moveTo>
                  <a:lnTo>
                    <a:pt x="0" y="286003"/>
                  </a:lnTo>
                  <a:lnTo>
                    <a:pt x="0" y="275843"/>
                  </a:lnTo>
                  <a:lnTo>
                    <a:pt x="727" y="267815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7130" y="2345315"/>
              <a:ext cx="219546" cy="25996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02713" y="2616707"/>
              <a:ext cx="1905" cy="1123950"/>
            </a:xfrm>
            <a:custGeom>
              <a:avLst/>
              <a:gdLst/>
              <a:ahLst/>
              <a:cxnLst/>
              <a:rect l="l" t="t" r="r" b="b"/>
              <a:pathLst>
                <a:path w="1904" h="1123950">
                  <a:moveTo>
                    <a:pt x="1498" y="0"/>
                  </a:moveTo>
                  <a:lnTo>
                    <a:pt x="1518" y="1106424"/>
                  </a:lnTo>
                  <a:lnTo>
                    <a:pt x="0" y="1123525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3504" y="2340863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4023359" y="1659635"/>
                  </a:moveTo>
                  <a:lnTo>
                    <a:pt x="277368" y="1659635"/>
                  </a:lnTo>
                  <a:lnTo>
                    <a:pt x="227717" y="1655191"/>
                  </a:lnTo>
                  <a:lnTo>
                    <a:pt x="180902" y="1642368"/>
                  </a:lnTo>
                  <a:lnTo>
                    <a:pt x="137724" y="1621931"/>
                  </a:lnTo>
                  <a:lnTo>
                    <a:pt x="98986" y="1594645"/>
                  </a:lnTo>
                  <a:lnTo>
                    <a:pt x="65492" y="1561276"/>
                  </a:lnTo>
                  <a:lnTo>
                    <a:pt x="38043" y="1522588"/>
                  </a:lnTo>
                  <a:lnTo>
                    <a:pt x="17443" y="1479348"/>
                  </a:lnTo>
                  <a:lnTo>
                    <a:pt x="4494" y="1432319"/>
                  </a:lnTo>
                  <a:lnTo>
                    <a:pt x="0" y="1382268"/>
                  </a:lnTo>
                  <a:lnTo>
                    <a:pt x="0" y="275843"/>
                  </a:lnTo>
                  <a:lnTo>
                    <a:pt x="4494" y="226246"/>
                  </a:lnTo>
                  <a:lnTo>
                    <a:pt x="17443" y="179570"/>
                  </a:lnTo>
                  <a:lnTo>
                    <a:pt x="38043" y="136595"/>
                  </a:lnTo>
                  <a:lnTo>
                    <a:pt x="65492" y="98098"/>
                  </a:lnTo>
                  <a:lnTo>
                    <a:pt x="98986" y="64856"/>
                  </a:lnTo>
                  <a:lnTo>
                    <a:pt x="137724" y="37648"/>
                  </a:lnTo>
                  <a:lnTo>
                    <a:pt x="180902" y="17251"/>
                  </a:lnTo>
                  <a:lnTo>
                    <a:pt x="227717" y="4442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42"/>
                  </a:lnTo>
                  <a:lnTo>
                    <a:pt x="4120440" y="17251"/>
                  </a:lnTo>
                  <a:lnTo>
                    <a:pt x="4163680" y="37648"/>
                  </a:lnTo>
                  <a:lnTo>
                    <a:pt x="4202368" y="64856"/>
                  </a:lnTo>
                  <a:lnTo>
                    <a:pt x="4235737" y="98098"/>
                  </a:lnTo>
                  <a:lnTo>
                    <a:pt x="4263023" y="136595"/>
                  </a:lnTo>
                  <a:lnTo>
                    <a:pt x="4283460" y="179570"/>
                  </a:lnTo>
                  <a:lnTo>
                    <a:pt x="4296283" y="226246"/>
                  </a:lnTo>
                  <a:lnTo>
                    <a:pt x="4300727" y="275843"/>
                  </a:lnTo>
                  <a:lnTo>
                    <a:pt x="4300727" y="1382268"/>
                  </a:lnTo>
                  <a:lnTo>
                    <a:pt x="4296283" y="1432319"/>
                  </a:lnTo>
                  <a:lnTo>
                    <a:pt x="4283460" y="1479348"/>
                  </a:lnTo>
                  <a:lnTo>
                    <a:pt x="4263023" y="1522588"/>
                  </a:lnTo>
                  <a:lnTo>
                    <a:pt x="4235737" y="1561276"/>
                  </a:lnTo>
                  <a:lnTo>
                    <a:pt x="4202368" y="1594645"/>
                  </a:lnTo>
                  <a:lnTo>
                    <a:pt x="4163680" y="1621931"/>
                  </a:lnTo>
                  <a:lnTo>
                    <a:pt x="4120440" y="1642368"/>
                  </a:lnTo>
                  <a:lnTo>
                    <a:pt x="4073411" y="1655191"/>
                  </a:lnTo>
                  <a:lnTo>
                    <a:pt x="4023359" y="1659635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3504" y="2340863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0" y="275843"/>
                  </a:moveTo>
                  <a:lnTo>
                    <a:pt x="4494" y="226246"/>
                  </a:lnTo>
                  <a:lnTo>
                    <a:pt x="17443" y="179570"/>
                  </a:lnTo>
                  <a:lnTo>
                    <a:pt x="38043" y="136595"/>
                  </a:lnTo>
                  <a:lnTo>
                    <a:pt x="65492" y="98098"/>
                  </a:lnTo>
                  <a:lnTo>
                    <a:pt x="98986" y="64856"/>
                  </a:lnTo>
                  <a:lnTo>
                    <a:pt x="137724" y="37648"/>
                  </a:lnTo>
                  <a:lnTo>
                    <a:pt x="180902" y="17251"/>
                  </a:lnTo>
                  <a:lnTo>
                    <a:pt x="227717" y="4442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42"/>
                  </a:lnTo>
                  <a:lnTo>
                    <a:pt x="4120440" y="17251"/>
                  </a:lnTo>
                  <a:lnTo>
                    <a:pt x="4163680" y="37648"/>
                  </a:lnTo>
                  <a:lnTo>
                    <a:pt x="4202368" y="64856"/>
                  </a:lnTo>
                  <a:lnTo>
                    <a:pt x="4235737" y="98098"/>
                  </a:lnTo>
                  <a:lnTo>
                    <a:pt x="4263023" y="136595"/>
                  </a:lnTo>
                  <a:lnTo>
                    <a:pt x="4283460" y="179570"/>
                  </a:lnTo>
                  <a:lnTo>
                    <a:pt x="4296283" y="226246"/>
                  </a:lnTo>
                  <a:lnTo>
                    <a:pt x="4300727" y="275843"/>
                  </a:lnTo>
                  <a:lnTo>
                    <a:pt x="4300727" y="1382268"/>
                  </a:lnTo>
                  <a:lnTo>
                    <a:pt x="4296283" y="1432319"/>
                  </a:lnTo>
                  <a:lnTo>
                    <a:pt x="4283460" y="1479348"/>
                  </a:lnTo>
                  <a:lnTo>
                    <a:pt x="4263023" y="1522588"/>
                  </a:lnTo>
                  <a:lnTo>
                    <a:pt x="4235737" y="1561276"/>
                  </a:lnTo>
                  <a:lnTo>
                    <a:pt x="4202368" y="1594645"/>
                  </a:lnTo>
                  <a:lnTo>
                    <a:pt x="4163680" y="1621931"/>
                  </a:lnTo>
                  <a:lnTo>
                    <a:pt x="4120440" y="1642368"/>
                  </a:lnTo>
                  <a:lnTo>
                    <a:pt x="4073411" y="1655191"/>
                  </a:lnTo>
                  <a:lnTo>
                    <a:pt x="4023359" y="1659635"/>
                  </a:lnTo>
                  <a:lnTo>
                    <a:pt x="277368" y="1659635"/>
                  </a:lnTo>
                  <a:lnTo>
                    <a:pt x="227717" y="1655191"/>
                  </a:lnTo>
                  <a:lnTo>
                    <a:pt x="180902" y="1642368"/>
                  </a:lnTo>
                  <a:lnTo>
                    <a:pt x="137724" y="1621931"/>
                  </a:lnTo>
                  <a:lnTo>
                    <a:pt x="98986" y="1594645"/>
                  </a:lnTo>
                  <a:lnTo>
                    <a:pt x="65492" y="1561276"/>
                  </a:lnTo>
                  <a:lnTo>
                    <a:pt x="38043" y="1522588"/>
                  </a:lnTo>
                  <a:lnTo>
                    <a:pt x="17443" y="1479348"/>
                  </a:lnTo>
                  <a:lnTo>
                    <a:pt x="4494" y="1432319"/>
                  </a:lnTo>
                  <a:lnTo>
                    <a:pt x="0" y="1382268"/>
                  </a:lnTo>
                  <a:lnTo>
                    <a:pt x="0" y="275843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60569" y="2850443"/>
            <a:ext cx="3408679" cy="665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826135">
              <a:lnSpc>
                <a:spcPct val="100000"/>
              </a:lnSpc>
              <a:spcBef>
                <a:spcPts val="760"/>
              </a:spcBef>
            </a:pP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1.</a:t>
            </a:r>
            <a:r>
              <a:rPr dirty="0" sz="1250" spc="5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Secure</a:t>
            </a:r>
            <a:r>
              <a:rPr dirty="0" sz="1250" spc="4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Registration</a:t>
            </a:r>
            <a:r>
              <a:rPr dirty="0" sz="1250" spc="4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spc="-20" b="1">
                <a:solidFill>
                  <a:srgbClr val="0FB880"/>
                </a:solidFill>
                <a:latin typeface="Arial"/>
                <a:cs typeface="Arial"/>
              </a:rPr>
              <a:t>Flow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ts val="1190"/>
              </a:lnSpc>
              <a:spcBef>
                <a:spcPts val="540"/>
              </a:spcBef>
            </a:pP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JWT-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based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session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authentication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cookie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headers</a:t>
            </a:r>
            <a:r>
              <a:rPr dirty="0" sz="100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protecting personal medical</a:t>
            </a:r>
            <a:r>
              <a:rPr dirty="0" sz="10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files.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25973" y="2337053"/>
            <a:ext cx="4308475" cy="1667510"/>
            <a:chOff x="5125973" y="2337053"/>
            <a:chExt cx="4308475" cy="1667510"/>
          </a:xfrm>
        </p:grpSpPr>
        <p:sp>
          <p:nvSpPr>
            <p:cNvPr id="14" name="object 14"/>
            <p:cNvSpPr/>
            <p:nvPr/>
          </p:nvSpPr>
          <p:spPr>
            <a:xfrm>
              <a:off x="5129784" y="2340863"/>
              <a:ext cx="4300855" cy="1520190"/>
            </a:xfrm>
            <a:custGeom>
              <a:avLst/>
              <a:gdLst/>
              <a:ahLst/>
              <a:cxnLst/>
              <a:rect l="l" t="t" r="r" b="b"/>
              <a:pathLst>
                <a:path w="4300855" h="1520189">
                  <a:moveTo>
                    <a:pt x="10670" y="209781"/>
                  </a:moveTo>
                  <a:lnTo>
                    <a:pt x="9062" y="209781"/>
                  </a:lnTo>
                  <a:lnTo>
                    <a:pt x="11897" y="199562"/>
                  </a:lnTo>
                  <a:lnTo>
                    <a:pt x="10670" y="209781"/>
                  </a:lnTo>
                  <a:close/>
                </a:path>
                <a:path w="4300855" h="1520189">
                  <a:moveTo>
                    <a:pt x="3896" y="232847"/>
                  </a:moveTo>
                  <a:lnTo>
                    <a:pt x="4494" y="226246"/>
                  </a:lnTo>
                  <a:lnTo>
                    <a:pt x="9062" y="209781"/>
                  </a:lnTo>
                  <a:lnTo>
                    <a:pt x="7619" y="222503"/>
                  </a:lnTo>
                  <a:lnTo>
                    <a:pt x="3896" y="232847"/>
                  </a:lnTo>
                  <a:close/>
                </a:path>
                <a:path w="4300855" h="1520189">
                  <a:moveTo>
                    <a:pt x="22882" y="171656"/>
                  </a:moveTo>
                  <a:lnTo>
                    <a:pt x="21237" y="171656"/>
                  </a:lnTo>
                  <a:lnTo>
                    <a:pt x="38043" y="136595"/>
                  </a:lnTo>
                  <a:lnTo>
                    <a:pt x="48674" y="121686"/>
                  </a:lnTo>
                  <a:lnTo>
                    <a:pt x="47244" y="133603"/>
                  </a:lnTo>
                  <a:lnTo>
                    <a:pt x="41148" y="133603"/>
                  </a:lnTo>
                  <a:lnTo>
                    <a:pt x="39623" y="146303"/>
                  </a:lnTo>
                  <a:lnTo>
                    <a:pt x="35051" y="146303"/>
                  </a:lnTo>
                  <a:lnTo>
                    <a:pt x="22882" y="171656"/>
                  </a:lnTo>
                  <a:close/>
                </a:path>
                <a:path w="4300855" h="1520189">
                  <a:moveTo>
                    <a:pt x="13879" y="192416"/>
                  </a:moveTo>
                  <a:lnTo>
                    <a:pt x="17443" y="179570"/>
                  </a:lnTo>
                  <a:lnTo>
                    <a:pt x="21237" y="171656"/>
                  </a:lnTo>
                  <a:lnTo>
                    <a:pt x="19812" y="184403"/>
                  </a:lnTo>
                  <a:lnTo>
                    <a:pt x="16764" y="184403"/>
                  </a:lnTo>
                  <a:lnTo>
                    <a:pt x="13879" y="192416"/>
                  </a:lnTo>
                  <a:close/>
                </a:path>
                <a:path w="4300855" h="1520189">
                  <a:moveTo>
                    <a:pt x="54864" y="120903"/>
                  </a:moveTo>
                  <a:lnTo>
                    <a:pt x="49231" y="120903"/>
                  </a:lnTo>
                  <a:lnTo>
                    <a:pt x="57721" y="108996"/>
                  </a:lnTo>
                  <a:lnTo>
                    <a:pt x="54864" y="120903"/>
                  </a:lnTo>
                  <a:close/>
                </a:path>
                <a:path w="4300855" h="1520189">
                  <a:moveTo>
                    <a:pt x="64008" y="108203"/>
                  </a:moveTo>
                  <a:lnTo>
                    <a:pt x="58286" y="108203"/>
                  </a:lnTo>
                  <a:lnTo>
                    <a:pt x="65492" y="98098"/>
                  </a:lnTo>
                  <a:lnTo>
                    <a:pt x="79024" y="84668"/>
                  </a:lnTo>
                  <a:lnTo>
                    <a:pt x="77723" y="95503"/>
                  </a:lnTo>
                  <a:lnTo>
                    <a:pt x="64008" y="108203"/>
                  </a:lnTo>
                  <a:close/>
                </a:path>
                <a:path w="4300855" h="1520189">
                  <a:moveTo>
                    <a:pt x="85344" y="82803"/>
                  </a:moveTo>
                  <a:lnTo>
                    <a:pt x="80903" y="82803"/>
                  </a:lnTo>
                  <a:lnTo>
                    <a:pt x="98986" y="64856"/>
                  </a:lnTo>
                  <a:lnTo>
                    <a:pt x="137724" y="37648"/>
                  </a:lnTo>
                  <a:lnTo>
                    <a:pt x="146101" y="33691"/>
                  </a:lnTo>
                  <a:lnTo>
                    <a:pt x="144780" y="44703"/>
                  </a:lnTo>
                  <a:lnTo>
                    <a:pt x="129539" y="44703"/>
                  </a:lnTo>
                  <a:lnTo>
                    <a:pt x="123444" y="57403"/>
                  </a:lnTo>
                  <a:lnTo>
                    <a:pt x="111251" y="57403"/>
                  </a:lnTo>
                  <a:lnTo>
                    <a:pt x="108203" y="70103"/>
                  </a:lnTo>
                  <a:lnTo>
                    <a:pt x="100583" y="70103"/>
                  </a:lnTo>
                  <a:lnTo>
                    <a:pt x="85344" y="82803"/>
                  </a:lnTo>
                  <a:close/>
                </a:path>
                <a:path w="4300855" h="1520189">
                  <a:moveTo>
                    <a:pt x="198246" y="19216"/>
                  </a:moveTo>
                  <a:lnTo>
                    <a:pt x="176742" y="19216"/>
                  </a:lnTo>
                  <a:lnTo>
                    <a:pt x="180902" y="17251"/>
                  </a:lnTo>
                  <a:lnTo>
                    <a:pt x="214191" y="8143"/>
                  </a:lnTo>
                  <a:lnTo>
                    <a:pt x="198246" y="19216"/>
                  </a:lnTo>
                  <a:close/>
                </a:path>
                <a:path w="4300855" h="1520189">
                  <a:moveTo>
                    <a:pt x="172212" y="32003"/>
                  </a:moveTo>
                  <a:lnTo>
                    <a:pt x="149672" y="32003"/>
                  </a:lnTo>
                  <a:lnTo>
                    <a:pt x="176742" y="19216"/>
                  </a:lnTo>
                  <a:lnTo>
                    <a:pt x="172212" y="32003"/>
                  </a:lnTo>
                  <a:close/>
                </a:path>
                <a:path w="4300855" h="1520189">
                  <a:moveTo>
                    <a:pt x="4081348" y="6603"/>
                  </a:moveTo>
                  <a:lnTo>
                    <a:pt x="219817" y="6603"/>
                  </a:lnTo>
                  <a:lnTo>
                    <a:pt x="227717" y="4442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73411" y="4442"/>
                  </a:lnTo>
                  <a:lnTo>
                    <a:pt x="4081348" y="6603"/>
                  </a:lnTo>
                  <a:close/>
                </a:path>
                <a:path w="4300855" h="1520189">
                  <a:moveTo>
                    <a:pt x="36833" y="1520049"/>
                  </a:moveTo>
                  <a:lnTo>
                    <a:pt x="35811" y="1517904"/>
                  </a:lnTo>
                  <a:lnTo>
                    <a:pt x="36576" y="1517904"/>
                  </a:lnTo>
                  <a:lnTo>
                    <a:pt x="36833" y="1520049"/>
                  </a:lnTo>
                  <a:close/>
                </a:path>
                <a:path w="4300855" h="1520189">
                  <a:moveTo>
                    <a:pt x="1523" y="1398949"/>
                  </a:moveTo>
                  <a:lnTo>
                    <a:pt x="788" y="1390904"/>
                  </a:lnTo>
                  <a:lnTo>
                    <a:pt x="1523" y="1390904"/>
                  </a:lnTo>
                  <a:lnTo>
                    <a:pt x="1523" y="1398949"/>
                  </a:lnTo>
                  <a:close/>
                </a:path>
                <a:path w="4300855" h="1520189">
                  <a:moveTo>
                    <a:pt x="0" y="286003"/>
                  </a:moveTo>
                  <a:lnTo>
                    <a:pt x="0" y="275844"/>
                  </a:lnTo>
                  <a:lnTo>
                    <a:pt x="727" y="267818"/>
                  </a:lnTo>
                  <a:lnTo>
                    <a:pt x="0" y="286003"/>
                  </a:lnTo>
                  <a:close/>
                </a:path>
                <a:path w="4300855" h="1520189">
                  <a:moveTo>
                    <a:pt x="4124792" y="19303"/>
                  </a:moveTo>
                  <a:lnTo>
                    <a:pt x="4098036" y="19303"/>
                  </a:lnTo>
                  <a:lnTo>
                    <a:pt x="4087436" y="8262"/>
                  </a:lnTo>
                  <a:lnTo>
                    <a:pt x="4120440" y="17251"/>
                  </a:lnTo>
                  <a:lnTo>
                    <a:pt x="4124792" y="19303"/>
                  </a:lnTo>
                  <a:close/>
                </a:path>
                <a:path w="4300855" h="1520189">
                  <a:moveTo>
                    <a:pt x="4173713" y="44703"/>
                  </a:moveTo>
                  <a:lnTo>
                    <a:pt x="4160520" y="44703"/>
                  </a:lnTo>
                  <a:lnTo>
                    <a:pt x="4133088" y="32003"/>
                  </a:lnTo>
                  <a:lnTo>
                    <a:pt x="4128516" y="32003"/>
                  </a:lnTo>
                  <a:lnTo>
                    <a:pt x="4125554" y="19663"/>
                  </a:lnTo>
                  <a:lnTo>
                    <a:pt x="4163681" y="37648"/>
                  </a:lnTo>
                  <a:lnTo>
                    <a:pt x="4173713" y="44703"/>
                  </a:lnTo>
                  <a:close/>
                </a:path>
                <a:path w="4300855" h="1520189">
                  <a:moveTo>
                    <a:pt x="4191771" y="57403"/>
                  </a:moveTo>
                  <a:lnTo>
                    <a:pt x="4177284" y="57403"/>
                  </a:lnTo>
                  <a:lnTo>
                    <a:pt x="4175949" y="46276"/>
                  </a:lnTo>
                  <a:lnTo>
                    <a:pt x="4191771" y="57403"/>
                  </a:lnTo>
                  <a:close/>
                </a:path>
                <a:path w="4300855" h="1520189">
                  <a:moveTo>
                    <a:pt x="4207635" y="70103"/>
                  </a:moveTo>
                  <a:lnTo>
                    <a:pt x="4195572" y="70103"/>
                  </a:lnTo>
                  <a:lnTo>
                    <a:pt x="4192676" y="58040"/>
                  </a:lnTo>
                  <a:lnTo>
                    <a:pt x="4202368" y="64856"/>
                  </a:lnTo>
                  <a:lnTo>
                    <a:pt x="4207635" y="70103"/>
                  </a:lnTo>
                  <a:close/>
                </a:path>
                <a:path w="4300855" h="1520189">
                  <a:moveTo>
                    <a:pt x="4242900" y="108203"/>
                  </a:moveTo>
                  <a:lnTo>
                    <a:pt x="4239768" y="108203"/>
                  </a:lnTo>
                  <a:lnTo>
                    <a:pt x="4230623" y="95503"/>
                  </a:lnTo>
                  <a:lnTo>
                    <a:pt x="4229100" y="95503"/>
                  </a:lnTo>
                  <a:lnTo>
                    <a:pt x="4210812" y="82803"/>
                  </a:lnTo>
                  <a:lnTo>
                    <a:pt x="4207684" y="70103"/>
                  </a:lnTo>
                  <a:lnTo>
                    <a:pt x="4235737" y="98098"/>
                  </a:lnTo>
                  <a:lnTo>
                    <a:pt x="4242900" y="108203"/>
                  </a:lnTo>
                  <a:close/>
                </a:path>
                <a:path w="4300855" h="1520189">
                  <a:moveTo>
                    <a:pt x="4251901" y="120903"/>
                  </a:moveTo>
                  <a:lnTo>
                    <a:pt x="4244340" y="120903"/>
                  </a:lnTo>
                  <a:lnTo>
                    <a:pt x="4244340" y="110235"/>
                  </a:lnTo>
                  <a:lnTo>
                    <a:pt x="4251901" y="120903"/>
                  </a:lnTo>
                  <a:close/>
                </a:path>
                <a:path w="4300855" h="1520189">
                  <a:moveTo>
                    <a:pt x="4260902" y="133603"/>
                  </a:moveTo>
                  <a:lnTo>
                    <a:pt x="4253484" y="133603"/>
                  </a:lnTo>
                  <a:lnTo>
                    <a:pt x="4253484" y="123136"/>
                  </a:lnTo>
                  <a:lnTo>
                    <a:pt x="4260902" y="133603"/>
                  </a:lnTo>
                  <a:close/>
                </a:path>
                <a:path w="4300855" h="1520189">
                  <a:moveTo>
                    <a:pt x="4267640" y="146303"/>
                  </a:moveTo>
                  <a:lnTo>
                    <a:pt x="4261104" y="146303"/>
                  </a:lnTo>
                  <a:lnTo>
                    <a:pt x="4261104" y="133887"/>
                  </a:lnTo>
                  <a:lnTo>
                    <a:pt x="4263023" y="136595"/>
                  </a:lnTo>
                  <a:lnTo>
                    <a:pt x="4267640" y="146303"/>
                  </a:lnTo>
                  <a:close/>
                </a:path>
                <a:path w="4300855" h="1520189">
                  <a:moveTo>
                    <a:pt x="4273679" y="159003"/>
                  </a:moveTo>
                  <a:lnTo>
                    <a:pt x="4268723" y="159003"/>
                  </a:lnTo>
                  <a:lnTo>
                    <a:pt x="4268723" y="148583"/>
                  </a:lnTo>
                  <a:lnTo>
                    <a:pt x="4273679" y="159003"/>
                  </a:lnTo>
                  <a:close/>
                </a:path>
                <a:path w="4300855" h="1520189">
                  <a:moveTo>
                    <a:pt x="4284788" y="184403"/>
                  </a:moveTo>
                  <a:lnTo>
                    <a:pt x="4279392" y="184403"/>
                  </a:lnTo>
                  <a:lnTo>
                    <a:pt x="4279392" y="171703"/>
                  </a:lnTo>
                  <a:lnTo>
                    <a:pt x="4274820" y="171703"/>
                  </a:lnTo>
                  <a:lnTo>
                    <a:pt x="4274820" y="161402"/>
                  </a:lnTo>
                  <a:lnTo>
                    <a:pt x="4283460" y="179570"/>
                  </a:lnTo>
                  <a:lnTo>
                    <a:pt x="4284788" y="184403"/>
                  </a:lnTo>
                  <a:close/>
                </a:path>
                <a:path w="4300855" h="1520189">
                  <a:moveTo>
                    <a:pt x="4288277" y="197103"/>
                  </a:moveTo>
                  <a:lnTo>
                    <a:pt x="4285488" y="197103"/>
                  </a:lnTo>
                  <a:lnTo>
                    <a:pt x="4285488" y="186951"/>
                  </a:lnTo>
                  <a:lnTo>
                    <a:pt x="4288277" y="197103"/>
                  </a:lnTo>
                  <a:close/>
                </a:path>
                <a:path w="4300855" h="1520189">
                  <a:moveTo>
                    <a:pt x="4291766" y="209803"/>
                  </a:moveTo>
                  <a:lnTo>
                    <a:pt x="4288536" y="209803"/>
                  </a:lnTo>
                  <a:lnTo>
                    <a:pt x="4288536" y="198046"/>
                  </a:lnTo>
                  <a:lnTo>
                    <a:pt x="4291766" y="209803"/>
                  </a:lnTo>
                  <a:close/>
                </a:path>
                <a:path w="4300855" h="1520189">
                  <a:moveTo>
                    <a:pt x="4295255" y="222503"/>
                  </a:moveTo>
                  <a:lnTo>
                    <a:pt x="4293108" y="222503"/>
                  </a:lnTo>
                  <a:lnTo>
                    <a:pt x="4293108" y="214688"/>
                  </a:lnTo>
                  <a:lnTo>
                    <a:pt x="4295255" y="222503"/>
                  </a:lnTo>
                  <a:close/>
                </a:path>
                <a:path w="4300855" h="1520189">
                  <a:moveTo>
                    <a:pt x="4297086" y="235203"/>
                  </a:moveTo>
                  <a:lnTo>
                    <a:pt x="4296156" y="235203"/>
                  </a:lnTo>
                  <a:lnTo>
                    <a:pt x="4296156" y="226246"/>
                  </a:lnTo>
                  <a:lnTo>
                    <a:pt x="4296283" y="226246"/>
                  </a:lnTo>
                  <a:lnTo>
                    <a:pt x="4297086" y="235203"/>
                  </a:lnTo>
                  <a:close/>
                </a:path>
                <a:path w="4300855" h="1520189">
                  <a:moveTo>
                    <a:pt x="4298224" y="247903"/>
                  </a:moveTo>
                  <a:lnTo>
                    <a:pt x="4297680" y="247903"/>
                  </a:lnTo>
                  <a:lnTo>
                    <a:pt x="4297680" y="241832"/>
                  </a:lnTo>
                  <a:lnTo>
                    <a:pt x="4298224" y="247903"/>
                  </a:lnTo>
                  <a:close/>
                </a:path>
                <a:path w="4300855" h="1520189">
                  <a:moveTo>
                    <a:pt x="4299209" y="1399367"/>
                  </a:moveTo>
                  <a:lnTo>
                    <a:pt x="4300708" y="275843"/>
                  </a:lnTo>
                  <a:lnTo>
                    <a:pt x="4300728" y="1382268"/>
                  </a:lnTo>
                  <a:lnTo>
                    <a:pt x="4299209" y="1399367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29870" y="2345196"/>
              <a:ext cx="217915" cy="2323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29784" y="2340863"/>
              <a:ext cx="4081779" cy="1531620"/>
            </a:xfrm>
            <a:custGeom>
              <a:avLst/>
              <a:gdLst/>
              <a:ahLst/>
              <a:cxnLst/>
              <a:rect l="l" t="t" r="r" b="b"/>
              <a:pathLst>
                <a:path w="4081779" h="1531620">
                  <a:moveTo>
                    <a:pt x="219817" y="6603"/>
                  </a:moveTo>
                  <a:lnTo>
                    <a:pt x="227717" y="4442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73411" y="4442"/>
                  </a:lnTo>
                  <a:lnTo>
                    <a:pt x="4081348" y="6603"/>
                  </a:lnTo>
                </a:path>
                <a:path w="4081779" h="1531620">
                  <a:moveTo>
                    <a:pt x="44196" y="1531260"/>
                  </a:moveTo>
                  <a:lnTo>
                    <a:pt x="43730" y="1530603"/>
                  </a:lnTo>
                </a:path>
                <a:path w="4081779" h="1531620">
                  <a:moveTo>
                    <a:pt x="36833" y="1520049"/>
                  </a:moveTo>
                  <a:lnTo>
                    <a:pt x="35811" y="1517903"/>
                  </a:lnTo>
                </a:path>
                <a:path w="4081779" h="1531620">
                  <a:moveTo>
                    <a:pt x="18287" y="1481120"/>
                  </a:moveTo>
                  <a:lnTo>
                    <a:pt x="17660" y="1479803"/>
                  </a:lnTo>
                </a:path>
                <a:path w="4081779" h="1531620">
                  <a:moveTo>
                    <a:pt x="7619" y="1443670"/>
                  </a:moveTo>
                  <a:lnTo>
                    <a:pt x="7078" y="1441703"/>
                  </a:lnTo>
                </a:path>
                <a:path w="4081779" h="1531620">
                  <a:moveTo>
                    <a:pt x="4571" y="1432319"/>
                  </a:moveTo>
                  <a:lnTo>
                    <a:pt x="4268" y="1429003"/>
                  </a:lnTo>
                </a:path>
                <a:path w="4081779" h="1531620">
                  <a:moveTo>
                    <a:pt x="1523" y="1398949"/>
                  </a:moveTo>
                  <a:lnTo>
                    <a:pt x="788" y="1390903"/>
                  </a:lnTo>
                </a:path>
                <a:path w="4081779" h="1531620">
                  <a:moveTo>
                    <a:pt x="0" y="1382268"/>
                  </a:moveTo>
                  <a:lnTo>
                    <a:pt x="0" y="286003"/>
                  </a:lnTo>
                  <a:lnTo>
                    <a:pt x="0" y="275843"/>
                  </a:lnTo>
                  <a:lnTo>
                    <a:pt x="727" y="267818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13410" y="2345315"/>
              <a:ext cx="219546" cy="25996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28993" y="2616707"/>
              <a:ext cx="1905" cy="1123950"/>
            </a:xfrm>
            <a:custGeom>
              <a:avLst/>
              <a:gdLst/>
              <a:ahLst/>
              <a:cxnLst/>
              <a:rect l="l" t="t" r="r" b="b"/>
              <a:pathLst>
                <a:path w="1904" h="1123950">
                  <a:moveTo>
                    <a:pt x="1498" y="0"/>
                  </a:moveTo>
                  <a:lnTo>
                    <a:pt x="1518" y="1106424"/>
                  </a:lnTo>
                  <a:lnTo>
                    <a:pt x="0" y="1123523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129783" y="2340863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4023359" y="1659635"/>
                  </a:moveTo>
                  <a:lnTo>
                    <a:pt x="277368" y="1659635"/>
                  </a:lnTo>
                  <a:lnTo>
                    <a:pt x="227717" y="1655191"/>
                  </a:lnTo>
                  <a:lnTo>
                    <a:pt x="180902" y="1642368"/>
                  </a:lnTo>
                  <a:lnTo>
                    <a:pt x="137724" y="1621931"/>
                  </a:lnTo>
                  <a:lnTo>
                    <a:pt x="98986" y="1594645"/>
                  </a:lnTo>
                  <a:lnTo>
                    <a:pt x="65492" y="1561276"/>
                  </a:lnTo>
                  <a:lnTo>
                    <a:pt x="38043" y="1522588"/>
                  </a:lnTo>
                  <a:lnTo>
                    <a:pt x="17443" y="1479348"/>
                  </a:lnTo>
                  <a:lnTo>
                    <a:pt x="4494" y="1432319"/>
                  </a:lnTo>
                  <a:lnTo>
                    <a:pt x="0" y="1382268"/>
                  </a:lnTo>
                  <a:lnTo>
                    <a:pt x="0" y="275843"/>
                  </a:lnTo>
                  <a:lnTo>
                    <a:pt x="4494" y="226246"/>
                  </a:lnTo>
                  <a:lnTo>
                    <a:pt x="17443" y="179570"/>
                  </a:lnTo>
                  <a:lnTo>
                    <a:pt x="38043" y="136595"/>
                  </a:lnTo>
                  <a:lnTo>
                    <a:pt x="65492" y="98098"/>
                  </a:lnTo>
                  <a:lnTo>
                    <a:pt x="98986" y="64856"/>
                  </a:lnTo>
                  <a:lnTo>
                    <a:pt x="137724" y="37648"/>
                  </a:lnTo>
                  <a:lnTo>
                    <a:pt x="180902" y="17251"/>
                  </a:lnTo>
                  <a:lnTo>
                    <a:pt x="227717" y="4442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42"/>
                  </a:lnTo>
                  <a:lnTo>
                    <a:pt x="4120440" y="17251"/>
                  </a:lnTo>
                  <a:lnTo>
                    <a:pt x="4163680" y="37648"/>
                  </a:lnTo>
                  <a:lnTo>
                    <a:pt x="4202368" y="64856"/>
                  </a:lnTo>
                  <a:lnTo>
                    <a:pt x="4235737" y="98098"/>
                  </a:lnTo>
                  <a:lnTo>
                    <a:pt x="4263023" y="136595"/>
                  </a:lnTo>
                  <a:lnTo>
                    <a:pt x="4283460" y="179570"/>
                  </a:lnTo>
                  <a:lnTo>
                    <a:pt x="4296283" y="226246"/>
                  </a:lnTo>
                  <a:lnTo>
                    <a:pt x="4300727" y="275843"/>
                  </a:lnTo>
                  <a:lnTo>
                    <a:pt x="4300727" y="1382268"/>
                  </a:lnTo>
                  <a:lnTo>
                    <a:pt x="4296283" y="1432319"/>
                  </a:lnTo>
                  <a:lnTo>
                    <a:pt x="4283460" y="1479348"/>
                  </a:lnTo>
                  <a:lnTo>
                    <a:pt x="4263023" y="1522588"/>
                  </a:lnTo>
                  <a:lnTo>
                    <a:pt x="4235737" y="1561276"/>
                  </a:lnTo>
                  <a:lnTo>
                    <a:pt x="4202368" y="1594645"/>
                  </a:lnTo>
                  <a:lnTo>
                    <a:pt x="4163680" y="1621931"/>
                  </a:lnTo>
                  <a:lnTo>
                    <a:pt x="4120440" y="1642368"/>
                  </a:lnTo>
                  <a:lnTo>
                    <a:pt x="4073411" y="1655191"/>
                  </a:lnTo>
                  <a:lnTo>
                    <a:pt x="4023359" y="1659635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29783" y="2340863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0" y="275843"/>
                  </a:moveTo>
                  <a:lnTo>
                    <a:pt x="4494" y="226246"/>
                  </a:lnTo>
                  <a:lnTo>
                    <a:pt x="17443" y="179570"/>
                  </a:lnTo>
                  <a:lnTo>
                    <a:pt x="38043" y="136595"/>
                  </a:lnTo>
                  <a:lnTo>
                    <a:pt x="65492" y="98098"/>
                  </a:lnTo>
                  <a:lnTo>
                    <a:pt x="98986" y="64856"/>
                  </a:lnTo>
                  <a:lnTo>
                    <a:pt x="137724" y="37648"/>
                  </a:lnTo>
                  <a:lnTo>
                    <a:pt x="180902" y="17251"/>
                  </a:lnTo>
                  <a:lnTo>
                    <a:pt x="227717" y="4442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42"/>
                  </a:lnTo>
                  <a:lnTo>
                    <a:pt x="4120440" y="17251"/>
                  </a:lnTo>
                  <a:lnTo>
                    <a:pt x="4163680" y="37648"/>
                  </a:lnTo>
                  <a:lnTo>
                    <a:pt x="4202368" y="64856"/>
                  </a:lnTo>
                  <a:lnTo>
                    <a:pt x="4235737" y="98098"/>
                  </a:lnTo>
                  <a:lnTo>
                    <a:pt x="4263023" y="136595"/>
                  </a:lnTo>
                  <a:lnTo>
                    <a:pt x="4283460" y="179570"/>
                  </a:lnTo>
                  <a:lnTo>
                    <a:pt x="4296283" y="226246"/>
                  </a:lnTo>
                  <a:lnTo>
                    <a:pt x="4300727" y="275843"/>
                  </a:lnTo>
                  <a:lnTo>
                    <a:pt x="4300727" y="1382268"/>
                  </a:lnTo>
                  <a:lnTo>
                    <a:pt x="4296283" y="1432319"/>
                  </a:lnTo>
                  <a:lnTo>
                    <a:pt x="4283460" y="1479348"/>
                  </a:lnTo>
                  <a:lnTo>
                    <a:pt x="4263023" y="1522588"/>
                  </a:lnTo>
                  <a:lnTo>
                    <a:pt x="4235737" y="1561276"/>
                  </a:lnTo>
                  <a:lnTo>
                    <a:pt x="4202368" y="1594645"/>
                  </a:lnTo>
                  <a:lnTo>
                    <a:pt x="4163680" y="1621931"/>
                  </a:lnTo>
                  <a:lnTo>
                    <a:pt x="4120440" y="1642368"/>
                  </a:lnTo>
                  <a:lnTo>
                    <a:pt x="4073411" y="1655191"/>
                  </a:lnTo>
                  <a:lnTo>
                    <a:pt x="4023359" y="1659635"/>
                  </a:lnTo>
                  <a:lnTo>
                    <a:pt x="277368" y="1659635"/>
                  </a:lnTo>
                  <a:lnTo>
                    <a:pt x="227717" y="1655191"/>
                  </a:lnTo>
                  <a:lnTo>
                    <a:pt x="180902" y="1642368"/>
                  </a:lnTo>
                  <a:lnTo>
                    <a:pt x="137724" y="1621931"/>
                  </a:lnTo>
                  <a:lnTo>
                    <a:pt x="98986" y="1594645"/>
                  </a:lnTo>
                  <a:lnTo>
                    <a:pt x="65492" y="1561276"/>
                  </a:lnTo>
                  <a:lnTo>
                    <a:pt x="38043" y="1522588"/>
                  </a:lnTo>
                  <a:lnTo>
                    <a:pt x="17443" y="1479348"/>
                  </a:lnTo>
                  <a:lnTo>
                    <a:pt x="4494" y="1432319"/>
                  </a:lnTo>
                  <a:lnTo>
                    <a:pt x="0" y="1382268"/>
                  </a:lnTo>
                  <a:lnTo>
                    <a:pt x="0" y="275843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86750" y="2850443"/>
            <a:ext cx="3557904" cy="665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832485">
              <a:lnSpc>
                <a:spcPct val="100000"/>
              </a:lnSpc>
              <a:spcBef>
                <a:spcPts val="760"/>
              </a:spcBef>
            </a:pP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2.</a:t>
            </a:r>
            <a:r>
              <a:rPr dirty="0" sz="1250" spc="6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Medication</a:t>
            </a:r>
            <a:r>
              <a:rPr dirty="0" sz="1250" spc="5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Manager</a:t>
            </a:r>
            <a:r>
              <a:rPr dirty="0" sz="1250" spc="1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spc="-20" b="1">
                <a:solidFill>
                  <a:srgbClr val="0FB880"/>
                </a:solidFill>
                <a:latin typeface="Arial"/>
                <a:cs typeface="Arial"/>
              </a:rPr>
              <a:t>Grid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ts val="1190"/>
              </a:lnSpc>
              <a:spcBef>
                <a:spcPts val="540"/>
              </a:spcBef>
            </a:pP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Reminders</a:t>
            </a:r>
            <a:r>
              <a:rPr dirty="0" sz="10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builder mapping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name,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dosage,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frequency,</a:t>
            </a:r>
            <a:r>
              <a:rPr dirty="0" sz="100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start/end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dates,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color,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instruction</a:t>
            </a:r>
            <a:r>
              <a:rPr dirty="0" sz="10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sets.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99694" y="4222241"/>
            <a:ext cx="4308475" cy="1667510"/>
            <a:chOff x="599694" y="4222241"/>
            <a:chExt cx="4308475" cy="1667510"/>
          </a:xfrm>
        </p:grpSpPr>
        <p:sp>
          <p:nvSpPr>
            <p:cNvPr id="23" name="object 23"/>
            <p:cNvSpPr/>
            <p:nvPr/>
          </p:nvSpPr>
          <p:spPr>
            <a:xfrm>
              <a:off x="603504" y="4226051"/>
              <a:ext cx="4300855" cy="1477645"/>
            </a:xfrm>
            <a:custGeom>
              <a:avLst/>
              <a:gdLst/>
              <a:ahLst/>
              <a:cxnLst/>
              <a:rect l="l" t="t" r="r" b="b"/>
              <a:pathLst>
                <a:path w="4300855" h="1477645">
                  <a:moveTo>
                    <a:pt x="3557" y="238070"/>
                  </a:moveTo>
                  <a:lnTo>
                    <a:pt x="4494" y="227717"/>
                  </a:lnTo>
                  <a:lnTo>
                    <a:pt x="10058" y="207601"/>
                  </a:lnTo>
                  <a:lnTo>
                    <a:pt x="6095" y="229616"/>
                  </a:lnTo>
                  <a:lnTo>
                    <a:pt x="4571" y="229616"/>
                  </a:lnTo>
                  <a:lnTo>
                    <a:pt x="3557" y="238070"/>
                  </a:lnTo>
                  <a:close/>
                </a:path>
                <a:path w="4300855" h="1477645">
                  <a:moveTo>
                    <a:pt x="25908" y="166116"/>
                  </a:moveTo>
                  <a:lnTo>
                    <a:pt x="24497" y="166116"/>
                  </a:lnTo>
                  <a:lnTo>
                    <a:pt x="38043" y="137724"/>
                  </a:lnTo>
                  <a:lnTo>
                    <a:pt x="53221" y="116304"/>
                  </a:lnTo>
                  <a:lnTo>
                    <a:pt x="51816" y="128016"/>
                  </a:lnTo>
                  <a:lnTo>
                    <a:pt x="45720" y="128016"/>
                  </a:lnTo>
                  <a:lnTo>
                    <a:pt x="42671" y="140716"/>
                  </a:lnTo>
                  <a:lnTo>
                    <a:pt x="38100" y="140716"/>
                  </a:lnTo>
                  <a:lnTo>
                    <a:pt x="35052" y="153416"/>
                  </a:lnTo>
                  <a:lnTo>
                    <a:pt x="33527" y="153416"/>
                  </a:lnTo>
                  <a:lnTo>
                    <a:pt x="25908" y="166116"/>
                  </a:lnTo>
                  <a:close/>
                </a:path>
                <a:path w="4300855" h="1477645">
                  <a:moveTo>
                    <a:pt x="21335" y="178816"/>
                  </a:moveTo>
                  <a:lnTo>
                    <a:pt x="18438" y="178816"/>
                  </a:lnTo>
                  <a:lnTo>
                    <a:pt x="24497" y="166116"/>
                  </a:lnTo>
                  <a:lnTo>
                    <a:pt x="21335" y="178816"/>
                  </a:lnTo>
                  <a:close/>
                </a:path>
                <a:path w="4300855" h="1477645">
                  <a:moveTo>
                    <a:pt x="14859" y="190244"/>
                  </a:moveTo>
                  <a:lnTo>
                    <a:pt x="17443" y="180902"/>
                  </a:lnTo>
                  <a:lnTo>
                    <a:pt x="18438" y="178816"/>
                  </a:lnTo>
                  <a:lnTo>
                    <a:pt x="14859" y="190244"/>
                  </a:lnTo>
                  <a:close/>
                </a:path>
                <a:path w="4300855" h="1477645">
                  <a:moveTo>
                    <a:pt x="60960" y="115316"/>
                  </a:moveTo>
                  <a:lnTo>
                    <a:pt x="53921" y="115316"/>
                  </a:lnTo>
                  <a:lnTo>
                    <a:pt x="65492" y="98986"/>
                  </a:lnTo>
                  <a:lnTo>
                    <a:pt x="98986" y="65492"/>
                  </a:lnTo>
                  <a:lnTo>
                    <a:pt x="117155" y="52618"/>
                  </a:lnTo>
                  <a:lnTo>
                    <a:pt x="114300" y="64516"/>
                  </a:lnTo>
                  <a:lnTo>
                    <a:pt x="103631" y="64516"/>
                  </a:lnTo>
                  <a:lnTo>
                    <a:pt x="94487" y="77216"/>
                  </a:lnTo>
                  <a:lnTo>
                    <a:pt x="91439" y="77216"/>
                  </a:lnTo>
                  <a:lnTo>
                    <a:pt x="71627" y="102616"/>
                  </a:lnTo>
                  <a:lnTo>
                    <a:pt x="70104" y="102616"/>
                  </a:lnTo>
                  <a:lnTo>
                    <a:pt x="60960" y="115316"/>
                  </a:lnTo>
                  <a:close/>
                </a:path>
                <a:path w="4300855" h="1477645">
                  <a:moveTo>
                    <a:pt x="135635" y="51816"/>
                  </a:moveTo>
                  <a:lnTo>
                    <a:pt x="118287" y="51816"/>
                  </a:lnTo>
                  <a:lnTo>
                    <a:pt x="137724" y="38043"/>
                  </a:lnTo>
                  <a:lnTo>
                    <a:pt x="157240" y="28732"/>
                  </a:lnTo>
                  <a:lnTo>
                    <a:pt x="144779" y="39116"/>
                  </a:lnTo>
                  <a:lnTo>
                    <a:pt x="137160" y="39116"/>
                  </a:lnTo>
                  <a:lnTo>
                    <a:pt x="135635" y="51816"/>
                  </a:lnTo>
                  <a:close/>
                </a:path>
                <a:path w="4300855" h="1477645">
                  <a:moveTo>
                    <a:pt x="178308" y="26416"/>
                  </a:moveTo>
                  <a:lnTo>
                    <a:pt x="162095" y="26416"/>
                  </a:ln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34675" y="1016"/>
                  </a:lnTo>
                  <a:lnTo>
                    <a:pt x="277368" y="1016"/>
                  </a:lnTo>
                  <a:lnTo>
                    <a:pt x="248412" y="13716"/>
                  </a:lnTo>
                  <a:lnTo>
                    <a:pt x="201168" y="13716"/>
                  </a:lnTo>
                  <a:lnTo>
                    <a:pt x="178308" y="26416"/>
                  </a:lnTo>
                  <a:close/>
                </a:path>
                <a:path w="4300855" h="1477645">
                  <a:moveTo>
                    <a:pt x="4183092" y="51816"/>
                  </a:moveTo>
                  <a:lnTo>
                    <a:pt x="4166616" y="51816"/>
                  </a:lnTo>
                  <a:lnTo>
                    <a:pt x="4160520" y="39116"/>
                  </a:lnTo>
                  <a:lnTo>
                    <a:pt x="4158996" y="39116"/>
                  </a:lnTo>
                  <a:lnTo>
                    <a:pt x="4134612" y="26416"/>
                  </a:lnTo>
                  <a:lnTo>
                    <a:pt x="4119372" y="26416"/>
                  </a:lnTo>
                  <a:lnTo>
                    <a:pt x="4105656" y="13716"/>
                  </a:lnTo>
                  <a:lnTo>
                    <a:pt x="4053840" y="13716"/>
                  </a:lnTo>
                  <a:lnTo>
                    <a:pt x="4023360" y="1016"/>
                  </a:lnTo>
                  <a:lnTo>
                    <a:pt x="4034675" y="1016"/>
                  </a:lnTo>
                  <a:lnTo>
                    <a:pt x="4073411" y="4494"/>
                  </a:lnTo>
                  <a:lnTo>
                    <a:pt x="4120440" y="17443"/>
                  </a:lnTo>
                  <a:lnTo>
                    <a:pt x="4163681" y="38043"/>
                  </a:lnTo>
                  <a:lnTo>
                    <a:pt x="4183092" y="51816"/>
                  </a:lnTo>
                  <a:close/>
                </a:path>
                <a:path w="4300855" h="1477645">
                  <a:moveTo>
                    <a:pt x="16764" y="1477616"/>
                  </a:moveTo>
                  <a:lnTo>
                    <a:pt x="15820" y="1474216"/>
                  </a:lnTo>
                  <a:lnTo>
                    <a:pt x="16764" y="1474216"/>
                  </a:lnTo>
                  <a:lnTo>
                    <a:pt x="16764" y="1477616"/>
                  </a:lnTo>
                  <a:close/>
                </a:path>
                <a:path w="4300855" h="1477645">
                  <a:moveTo>
                    <a:pt x="6095" y="1439162"/>
                  </a:moveTo>
                  <a:lnTo>
                    <a:pt x="5250" y="1436116"/>
                  </a:lnTo>
                  <a:lnTo>
                    <a:pt x="6095" y="1436116"/>
                  </a:lnTo>
                  <a:lnTo>
                    <a:pt x="6095" y="1439162"/>
                  </a:lnTo>
                  <a:close/>
                </a:path>
                <a:path w="4300855" h="1477645">
                  <a:moveTo>
                    <a:pt x="1523" y="1400609"/>
                  </a:moveTo>
                  <a:lnTo>
                    <a:pt x="138" y="1385316"/>
                  </a:lnTo>
                  <a:lnTo>
                    <a:pt x="1523" y="1385316"/>
                  </a:lnTo>
                  <a:lnTo>
                    <a:pt x="1523" y="1400609"/>
                  </a:lnTo>
                  <a:close/>
                </a:path>
                <a:path w="4300855" h="1477645">
                  <a:moveTo>
                    <a:pt x="0" y="280416"/>
                  </a:moveTo>
                  <a:lnTo>
                    <a:pt x="0" y="277368"/>
                  </a:lnTo>
                  <a:lnTo>
                    <a:pt x="542" y="271377"/>
                  </a:lnTo>
                  <a:lnTo>
                    <a:pt x="0" y="280416"/>
                  </a:lnTo>
                  <a:close/>
                </a:path>
                <a:path w="4300855" h="1477645">
                  <a:moveTo>
                    <a:pt x="4200992" y="64516"/>
                  </a:moveTo>
                  <a:lnTo>
                    <a:pt x="4186428" y="64516"/>
                  </a:lnTo>
                  <a:lnTo>
                    <a:pt x="4183439" y="52061"/>
                  </a:lnTo>
                  <a:lnTo>
                    <a:pt x="4200992" y="64516"/>
                  </a:lnTo>
                  <a:close/>
                </a:path>
                <a:path w="4300855" h="1477645">
                  <a:moveTo>
                    <a:pt x="4238277" y="102592"/>
                  </a:moveTo>
                  <a:lnTo>
                    <a:pt x="4223004" y="89916"/>
                  </a:lnTo>
                  <a:lnTo>
                    <a:pt x="4215384" y="89916"/>
                  </a:lnTo>
                  <a:lnTo>
                    <a:pt x="4202195" y="65492"/>
                  </a:lnTo>
                  <a:lnTo>
                    <a:pt x="4202088" y="65293"/>
                  </a:lnTo>
                  <a:lnTo>
                    <a:pt x="4202368" y="65492"/>
                  </a:lnTo>
                  <a:lnTo>
                    <a:pt x="4235737" y="98986"/>
                  </a:lnTo>
                  <a:lnTo>
                    <a:pt x="4238277" y="102592"/>
                  </a:lnTo>
                  <a:close/>
                </a:path>
                <a:path w="4300855" h="1477645">
                  <a:moveTo>
                    <a:pt x="4247239" y="115316"/>
                  </a:moveTo>
                  <a:lnTo>
                    <a:pt x="4238244" y="115316"/>
                  </a:lnTo>
                  <a:lnTo>
                    <a:pt x="4238277" y="102592"/>
                  </a:lnTo>
                  <a:lnTo>
                    <a:pt x="4247239" y="115316"/>
                  </a:lnTo>
                  <a:close/>
                </a:path>
                <a:path w="4300855" h="1477645">
                  <a:moveTo>
                    <a:pt x="4256184" y="128016"/>
                  </a:moveTo>
                  <a:lnTo>
                    <a:pt x="4250436" y="128016"/>
                  </a:lnTo>
                  <a:lnTo>
                    <a:pt x="4247271" y="115316"/>
                  </a:lnTo>
                  <a:lnTo>
                    <a:pt x="4256184" y="128016"/>
                  </a:lnTo>
                  <a:close/>
                </a:path>
                <a:path w="4300855" h="1477645">
                  <a:moveTo>
                    <a:pt x="4270450" y="153416"/>
                  </a:moveTo>
                  <a:lnTo>
                    <a:pt x="4264152" y="153416"/>
                  </a:lnTo>
                  <a:lnTo>
                    <a:pt x="4264152" y="140716"/>
                  </a:lnTo>
                  <a:lnTo>
                    <a:pt x="4256532" y="140716"/>
                  </a:lnTo>
                  <a:lnTo>
                    <a:pt x="4256532" y="128508"/>
                  </a:lnTo>
                  <a:lnTo>
                    <a:pt x="4263023" y="137724"/>
                  </a:lnTo>
                  <a:lnTo>
                    <a:pt x="4270450" y="153416"/>
                  </a:lnTo>
                  <a:close/>
                </a:path>
                <a:path w="4300855" h="1477645">
                  <a:moveTo>
                    <a:pt x="4276461" y="166116"/>
                  </a:moveTo>
                  <a:lnTo>
                    <a:pt x="4271772" y="166116"/>
                  </a:lnTo>
                  <a:lnTo>
                    <a:pt x="4271772" y="156208"/>
                  </a:lnTo>
                  <a:lnTo>
                    <a:pt x="4276461" y="166116"/>
                  </a:lnTo>
                  <a:close/>
                </a:path>
                <a:path w="4300855" h="1477645">
                  <a:moveTo>
                    <a:pt x="4282466" y="178803"/>
                  </a:moveTo>
                  <a:lnTo>
                    <a:pt x="4277868" y="178803"/>
                  </a:lnTo>
                  <a:lnTo>
                    <a:pt x="4277868" y="169087"/>
                  </a:lnTo>
                  <a:lnTo>
                    <a:pt x="4282466" y="178803"/>
                  </a:lnTo>
                  <a:close/>
                </a:path>
                <a:path w="4300855" h="1477645">
                  <a:moveTo>
                    <a:pt x="4286367" y="191516"/>
                  </a:moveTo>
                  <a:lnTo>
                    <a:pt x="4282440" y="191516"/>
                  </a:lnTo>
                  <a:lnTo>
                    <a:pt x="4282466" y="178803"/>
                  </a:lnTo>
                  <a:lnTo>
                    <a:pt x="4283460" y="180902"/>
                  </a:lnTo>
                  <a:lnTo>
                    <a:pt x="4286367" y="191516"/>
                  </a:lnTo>
                  <a:close/>
                </a:path>
                <a:path w="4300855" h="1477645">
                  <a:moveTo>
                    <a:pt x="4289846" y="204216"/>
                  </a:moveTo>
                  <a:lnTo>
                    <a:pt x="4287012" y="204216"/>
                  </a:lnTo>
                  <a:lnTo>
                    <a:pt x="4287012" y="193869"/>
                  </a:lnTo>
                  <a:lnTo>
                    <a:pt x="4289846" y="204216"/>
                  </a:lnTo>
                  <a:close/>
                </a:path>
                <a:path w="4300855" h="1477645">
                  <a:moveTo>
                    <a:pt x="4293324" y="216916"/>
                  </a:moveTo>
                  <a:lnTo>
                    <a:pt x="4291584" y="216916"/>
                  </a:lnTo>
                  <a:lnTo>
                    <a:pt x="4291584" y="210560"/>
                  </a:lnTo>
                  <a:lnTo>
                    <a:pt x="4293324" y="216916"/>
                  </a:lnTo>
                  <a:close/>
                </a:path>
                <a:path w="4300855" h="1477645">
                  <a:moveTo>
                    <a:pt x="4297590" y="242316"/>
                  </a:moveTo>
                  <a:lnTo>
                    <a:pt x="4296156" y="242316"/>
                  </a:lnTo>
                  <a:lnTo>
                    <a:pt x="4296156" y="229616"/>
                  </a:lnTo>
                  <a:lnTo>
                    <a:pt x="4294632" y="229616"/>
                  </a:lnTo>
                  <a:lnTo>
                    <a:pt x="4294632" y="221688"/>
                  </a:lnTo>
                  <a:lnTo>
                    <a:pt x="4296283" y="227717"/>
                  </a:lnTo>
                  <a:lnTo>
                    <a:pt x="4297590" y="242316"/>
                  </a:lnTo>
                  <a:close/>
                </a:path>
                <a:path w="4300855" h="1477645">
                  <a:moveTo>
                    <a:pt x="4299864" y="267716"/>
                  </a:moveTo>
                  <a:lnTo>
                    <a:pt x="4299203" y="267716"/>
                  </a:lnTo>
                  <a:lnTo>
                    <a:pt x="4299203" y="260341"/>
                  </a:lnTo>
                  <a:lnTo>
                    <a:pt x="4299864" y="267716"/>
                  </a:lnTo>
                  <a:close/>
                </a:path>
                <a:path w="4300855" h="1477645">
                  <a:moveTo>
                    <a:pt x="4299217" y="1400651"/>
                  </a:moveTo>
                  <a:lnTo>
                    <a:pt x="4300715" y="277368"/>
                  </a:lnTo>
                  <a:lnTo>
                    <a:pt x="4300728" y="1383792"/>
                  </a:lnTo>
                  <a:lnTo>
                    <a:pt x="4299217" y="1400651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3251" y="4250974"/>
              <a:ext cx="161302" cy="21695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03504" y="4226051"/>
              <a:ext cx="4034790" cy="1488440"/>
            </a:xfrm>
            <a:custGeom>
              <a:avLst/>
              <a:gdLst/>
              <a:ahLst/>
              <a:cxnLst/>
              <a:rect l="l" t="t" r="r" b="b"/>
              <a:pathLst>
                <a:path w="4034790" h="1488439">
                  <a:moveTo>
                    <a:pt x="162095" y="26416"/>
                  </a:move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34674" y="1016"/>
                  </a:lnTo>
                </a:path>
                <a:path w="4034790" h="1488439">
                  <a:moveTo>
                    <a:pt x="21335" y="1488185"/>
                  </a:moveTo>
                  <a:lnTo>
                    <a:pt x="20727" y="1486916"/>
                  </a:lnTo>
                </a:path>
                <a:path w="4034790" h="1488439">
                  <a:moveTo>
                    <a:pt x="16764" y="1477616"/>
                  </a:moveTo>
                  <a:lnTo>
                    <a:pt x="15820" y="1474216"/>
                  </a:lnTo>
                </a:path>
                <a:path w="4034790" h="1488439">
                  <a:moveTo>
                    <a:pt x="9143" y="1450149"/>
                  </a:moveTo>
                  <a:lnTo>
                    <a:pt x="8774" y="1448816"/>
                  </a:lnTo>
                </a:path>
                <a:path w="4034790" h="1488439">
                  <a:moveTo>
                    <a:pt x="6095" y="1439162"/>
                  </a:moveTo>
                  <a:lnTo>
                    <a:pt x="5250" y="1436116"/>
                  </a:lnTo>
                </a:path>
                <a:path w="4034790" h="1488439">
                  <a:moveTo>
                    <a:pt x="1523" y="1400609"/>
                  </a:moveTo>
                  <a:lnTo>
                    <a:pt x="138" y="1385316"/>
                  </a:lnTo>
                </a:path>
                <a:path w="4034790" h="1488439">
                  <a:moveTo>
                    <a:pt x="0" y="1383792"/>
                  </a:moveTo>
                  <a:lnTo>
                    <a:pt x="0" y="280416"/>
                  </a:lnTo>
                  <a:lnTo>
                    <a:pt x="0" y="277368"/>
                  </a:lnTo>
                  <a:lnTo>
                    <a:pt x="542" y="271377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34369" y="4223257"/>
              <a:ext cx="272809" cy="2743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64342" y="4503419"/>
              <a:ext cx="40005" cy="1249045"/>
            </a:xfrm>
            <a:custGeom>
              <a:avLst/>
              <a:gdLst/>
              <a:ahLst/>
              <a:cxnLst/>
              <a:rect l="l" t="t" r="r" b="b"/>
              <a:pathLst>
                <a:path w="40004" h="1249045">
                  <a:moveTo>
                    <a:pt x="39876" y="0"/>
                  </a:moveTo>
                  <a:lnTo>
                    <a:pt x="39889" y="1106424"/>
                  </a:lnTo>
                  <a:lnTo>
                    <a:pt x="38378" y="1123283"/>
                  </a:lnTo>
                </a:path>
                <a:path w="40004" h="1249045">
                  <a:moveTo>
                    <a:pt x="784" y="1247648"/>
                  </a:moveTo>
                  <a:lnTo>
                    <a:pt x="0" y="1248754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3504" y="4226051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4023359" y="1659635"/>
                  </a:moveTo>
                  <a:lnTo>
                    <a:pt x="277368" y="1659635"/>
                  </a:lnTo>
                  <a:lnTo>
                    <a:pt x="227717" y="1655193"/>
                  </a:lnTo>
                  <a:lnTo>
                    <a:pt x="180902" y="1642384"/>
                  </a:lnTo>
                  <a:lnTo>
                    <a:pt x="137724" y="1621987"/>
                  </a:lnTo>
                  <a:lnTo>
                    <a:pt x="98986" y="1594779"/>
                  </a:lnTo>
                  <a:lnTo>
                    <a:pt x="65492" y="1561537"/>
                  </a:lnTo>
                  <a:lnTo>
                    <a:pt x="38043" y="1523040"/>
                  </a:lnTo>
                  <a:lnTo>
                    <a:pt x="17443" y="1480065"/>
                  </a:lnTo>
                  <a:lnTo>
                    <a:pt x="4494" y="1433389"/>
                  </a:lnTo>
                  <a:lnTo>
                    <a:pt x="0" y="1383792"/>
                  </a:lnTo>
                  <a:lnTo>
                    <a:pt x="0" y="277368"/>
                  </a:lnTo>
                  <a:lnTo>
                    <a:pt x="4494" y="227717"/>
                  </a:lnTo>
                  <a:lnTo>
                    <a:pt x="17443" y="180902"/>
                  </a:lnTo>
                  <a:lnTo>
                    <a:pt x="38043" y="137724"/>
                  </a:lnTo>
                  <a:lnTo>
                    <a:pt x="65492" y="98986"/>
                  </a:lnTo>
                  <a:lnTo>
                    <a:pt x="98986" y="65492"/>
                  </a:lnTo>
                  <a:lnTo>
                    <a:pt x="137724" y="38043"/>
                  </a:ln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94"/>
                  </a:lnTo>
                  <a:lnTo>
                    <a:pt x="4120440" y="17443"/>
                  </a:lnTo>
                  <a:lnTo>
                    <a:pt x="4163680" y="38043"/>
                  </a:lnTo>
                  <a:lnTo>
                    <a:pt x="4202368" y="65492"/>
                  </a:lnTo>
                  <a:lnTo>
                    <a:pt x="4235737" y="98986"/>
                  </a:lnTo>
                  <a:lnTo>
                    <a:pt x="4263023" y="137724"/>
                  </a:lnTo>
                  <a:lnTo>
                    <a:pt x="4283460" y="180902"/>
                  </a:lnTo>
                  <a:lnTo>
                    <a:pt x="4296283" y="227717"/>
                  </a:lnTo>
                  <a:lnTo>
                    <a:pt x="4300727" y="277368"/>
                  </a:lnTo>
                  <a:lnTo>
                    <a:pt x="4300727" y="1383792"/>
                  </a:lnTo>
                  <a:lnTo>
                    <a:pt x="4296283" y="1433389"/>
                  </a:lnTo>
                  <a:lnTo>
                    <a:pt x="4283460" y="1480065"/>
                  </a:lnTo>
                  <a:lnTo>
                    <a:pt x="4263023" y="1523040"/>
                  </a:lnTo>
                  <a:lnTo>
                    <a:pt x="4235737" y="1561537"/>
                  </a:lnTo>
                  <a:lnTo>
                    <a:pt x="4202368" y="1594779"/>
                  </a:lnTo>
                  <a:lnTo>
                    <a:pt x="4163680" y="1621987"/>
                  </a:lnTo>
                  <a:lnTo>
                    <a:pt x="4120440" y="1642384"/>
                  </a:lnTo>
                  <a:lnTo>
                    <a:pt x="4073411" y="1655193"/>
                  </a:lnTo>
                  <a:lnTo>
                    <a:pt x="4023359" y="1659635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03504" y="4226051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0" y="277368"/>
                  </a:moveTo>
                  <a:lnTo>
                    <a:pt x="4494" y="227717"/>
                  </a:lnTo>
                  <a:lnTo>
                    <a:pt x="17443" y="180902"/>
                  </a:lnTo>
                  <a:lnTo>
                    <a:pt x="38043" y="137724"/>
                  </a:lnTo>
                  <a:lnTo>
                    <a:pt x="65492" y="98986"/>
                  </a:lnTo>
                  <a:lnTo>
                    <a:pt x="98986" y="65492"/>
                  </a:lnTo>
                  <a:lnTo>
                    <a:pt x="137724" y="38043"/>
                  </a:ln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94"/>
                  </a:lnTo>
                  <a:lnTo>
                    <a:pt x="4120440" y="17443"/>
                  </a:lnTo>
                  <a:lnTo>
                    <a:pt x="4163680" y="38043"/>
                  </a:lnTo>
                  <a:lnTo>
                    <a:pt x="4202368" y="65492"/>
                  </a:lnTo>
                  <a:lnTo>
                    <a:pt x="4235737" y="98986"/>
                  </a:lnTo>
                  <a:lnTo>
                    <a:pt x="4263023" y="137724"/>
                  </a:lnTo>
                  <a:lnTo>
                    <a:pt x="4283460" y="180902"/>
                  </a:lnTo>
                  <a:lnTo>
                    <a:pt x="4296283" y="227717"/>
                  </a:lnTo>
                  <a:lnTo>
                    <a:pt x="4300727" y="277368"/>
                  </a:lnTo>
                  <a:lnTo>
                    <a:pt x="4300727" y="1383792"/>
                  </a:lnTo>
                  <a:lnTo>
                    <a:pt x="4296283" y="1433389"/>
                  </a:lnTo>
                  <a:lnTo>
                    <a:pt x="4283460" y="1480065"/>
                  </a:lnTo>
                  <a:lnTo>
                    <a:pt x="4263023" y="1523040"/>
                  </a:lnTo>
                  <a:lnTo>
                    <a:pt x="4235737" y="1561537"/>
                  </a:lnTo>
                  <a:lnTo>
                    <a:pt x="4202368" y="1594779"/>
                  </a:lnTo>
                  <a:lnTo>
                    <a:pt x="4163680" y="1621987"/>
                  </a:lnTo>
                  <a:lnTo>
                    <a:pt x="4120440" y="1642384"/>
                  </a:lnTo>
                  <a:lnTo>
                    <a:pt x="4073411" y="1655193"/>
                  </a:lnTo>
                  <a:lnTo>
                    <a:pt x="4023359" y="1659635"/>
                  </a:lnTo>
                  <a:lnTo>
                    <a:pt x="277368" y="1659635"/>
                  </a:lnTo>
                  <a:lnTo>
                    <a:pt x="227717" y="1655193"/>
                  </a:lnTo>
                  <a:lnTo>
                    <a:pt x="180902" y="1642384"/>
                  </a:lnTo>
                  <a:lnTo>
                    <a:pt x="137724" y="1621987"/>
                  </a:lnTo>
                  <a:lnTo>
                    <a:pt x="98986" y="1594779"/>
                  </a:lnTo>
                  <a:lnTo>
                    <a:pt x="65492" y="1561537"/>
                  </a:lnTo>
                  <a:lnTo>
                    <a:pt x="38043" y="1523040"/>
                  </a:lnTo>
                  <a:lnTo>
                    <a:pt x="17443" y="1480065"/>
                  </a:lnTo>
                  <a:lnTo>
                    <a:pt x="4494" y="1433389"/>
                  </a:lnTo>
                  <a:lnTo>
                    <a:pt x="0" y="1383792"/>
                  </a:lnTo>
                  <a:lnTo>
                    <a:pt x="0" y="277368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60569" y="4735582"/>
            <a:ext cx="3558540" cy="665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827405">
              <a:lnSpc>
                <a:spcPct val="100000"/>
              </a:lnSpc>
              <a:spcBef>
                <a:spcPts val="760"/>
              </a:spcBef>
            </a:pP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3.</a:t>
            </a:r>
            <a:r>
              <a:rPr dirty="0" sz="1250" spc="3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Daily</a:t>
            </a:r>
            <a:r>
              <a:rPr dirty="0" sz="1250" spc="2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Health</a:t>
            </a:r>
            <a:r>
              <a:rPr dirty="0" sz="1250" spc="1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Log</a:t>
            </a:r>
            <a:r>
              <a:rPr dirty="0" sz="1250" spc="6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0FB880"/>
                </a:solidFill>
                <a:latin typeface="Arial"/>
                <a:cs typeface="Arial"/>
              </a:rPr>
              <a:t>Widgets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ts val="1190"/>
              </a:lnSpc>
              <a:spcBef>
                <a:spcPts val="540"/>
              </a:spcBef>
            </a:pP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Track</a:t>
            </a:r>
            <a:r>
              <a:rPr dirty="0" sz="100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daily</a:t>
            </a:r>
            <a:r>
              <a:rPr dirty="0" sz="10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water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hydration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glasses</a:t>
            </a:r>
            <a:r>
              <a:rPr dirty="0" sz="1000" spc="-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(ml),</a:t>
            </a:r>
            <a:r>
              <a:rPr dirty="0" sz="100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sleep</a:t>
            </a:r>
            <a:r>
              <a:rPr dirty="0" sz="10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duration</a:t>
            </a:r>
            <a:r>
              <a:rPr dirty="0" sz="10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(hours),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physical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exercise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(minutes).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25973" y="4222241"/>
            <a:ext cx="4308475" cy="1667510"/>
            <a:chOff x="5125973" y="4222241"/>
            <a:chExt cx="4308475" cy="1667510"/>
          </a:xfrm>
        </p:grpSpPr>
        <p:sp>
          <p:nvSpPr>
            <p:cNvPr id="32" name="object 32"/>
            <p:cNvSpPr/>
            <p:nvPr/>
          </p:nvSpPr>
          <p:spPr>
            <a:xfrm>
              <a:off x="5129784" y="4226051"/>
              <a:ext cx="4300855" cy="1477645"/>
            </a:xfrm>
            <a:custGeom>
              <a:avLst/>
              <a:gdLst/>
              <a:ahLst/>
              <a:cxnLst/>
              <a:rect l="l" t="t" r="r" b="b"/>
              <a:pathLst>
                <a:path w="4300855" h="1477645">
                  <a:moveTo>
                    <a:pt x="3558" y="238063"/>
                  </a:moveTo>
                  <a:lnTo>
                    <a:pt x="4494" y="227717"/>
                  </a:lnTo>
                  <a:lnTo>
                    <a:pt x="10058" y="207602"/>
                  </a:lnTo>
                  <a:lnTo>
                    <a:pt x="6096" y="229616"/>
                  </a:lnTo>
                  <a:lnTo>
                    <a:pt x="4571" y="229616"/>
                  </a:lnTo>
                  <a:lnTo>
                    <a:pt x="3558" y="238063"/>
                  </a:lnTo>
                  <a:close/>
                </a:path>
                <a:path w="4300855" h="1477645">
                  <a:moveTo>
                    <a:pt x="25908" y="166116"/>
                  </a:moveTo>
                  <a:lnTo>
                    <a:pt x="24497" y="166116"/>
                  </a:lnTo>
                  <a:lnTo>
                    <a:pt x="38043" y="137724"/>
                  </a:lnTo>
                  <a:lnTo>
                    <a:pt x="53221" y="116304"/>
                  </a:lnTo>
                  <a:lnTo>
                    <a:pt x="51816" y="128016"/>
                  </a:lnTo>
                  <a:lnTo>
                    <a:pt x="45719" y="128016"/>
                  </a:lnTo>
                  <a:lnTo>
                    <a:pt x="42671" y="140716"/>
                  </a:lnTo>
                  <a:lnTo>
                    <a:pt x="38100" y="140716"/>
                  </a:lnTo>
                  <a:lnTo>
                    <a:pt x="35051" y="153416"/>
                  </a:lnTo>
                  <a:lnTo>
                    <a:pt x="33528" y="153416"/>
                  </a:lnTo>
                  <a:lnTo>
                    <a:pt x="25908" y="166116"/>
                  </a:lnTo>
                  <a:close/>
                </a:path>
                <a:path w="4300855" h="1477645">
                  <a:moveTo>
                    <a:pt x="21335" y="178816"/>
                  </a:moveTo>
                  <a:lnTo>
                    <a:pt x="18438" y="178816"/>
                  </a:lnTo>
                  <a:lnTo>
                    <a:pt x="24497" y="166116"/>
                  </a:lnTo>
                  <a:lnTo>
                    <a:pt x="21335" y="178816"/>
                  </a:lnTo>
                  <a:close/>
                </a:path>
                <a:path w="4300855" h="1477645">
                  <a:moveTo>
                    <a:pt x="14860" y="190239"/>
                  </a:moveTo>
                  <a:lnTo>
                    <a:pt x="17443" y="180902"/>
                  </a:lnTo>
                  <a:lnTo>
                    <a:pt x="18438" y="178816"/>
                  </a:lnTo>
                  <a:lnTo>
                    <a:pt x="14860" y="190239"/>
                  </a:lnTo>
                  <a:close/>
                </a:path>
                <a:path w="4300855" h="1477645">
                  <a:moveTo>
                    <a:pt x="60960" y="115316"/>
                  </a:moveTo>
                  <a:lnTo>
                    <a:pt x="53921" y="115316"/>
                  </a:lnTo>
                  <a:lnTo>
                    <a:pt x="65492" y="98986"/>
                  </a:lnTo>
                  <a:lnTo>
                    <a:pt x="98986" y="65492"/>
                  </a:lnTo>
                  <a:lnTo>
                    <a:pt x="117155" y="52618"/>
                  </a:lnTo>
                  <a:lnTo>
                    <a:pt x="114300" y="64516"/>
                  </a:lnTo>
                  <a:lnTo>
                    <a:pt x="103632" y="64516"/>
                  </a:lnTo>
                  <a:lnTo>
                    <a:pt x="94487" y="77216"/>
                  </a:lnTo>
                  <a:lnTo>
                    <a:pt x="91439" y="77216"/>
                  </a:lnTo>
                  <a:lnTo>
                    <a:pt x="71628" y="102616"/>
                  </a:lnTo>
                  <a:lnTo>
                    <a:pt x="70103" y="102616"/>
                  </a:lnTo>
                  <a:lnTo>
                    <a:pt x="60960" y="115316"/>
                  </a:lnTo>
                  <a:close/>
                </a:path>
                <a:path w="4300855" h="1477645">
                  <a:moveTo>
                    <a:pt x="135635" y="51816"/>
                  </a:moveTo>
                  <a:lnTo>
                    <a:pt x="118287" y="51816"/>
                  </a:lnTo>
                  <a:lnTo>
                    <a:pt x="137724" y="38043"/>
                  </a:lnTo>
                  <a:lnTo>
                    <a:pt x="157239" y="28732"/>
                  </a:lnTo>
                  <a:lnTo>
                    <a:pt x="144780" y="39116"/>
                  </a:lnTo>
                  <a:lnTo>
                    <a:pt x="137160" y="39116"/>
                  </a:lnTo>
                  <a:lnTo>
                    <a:pt x="135635" y="51816"/>
                  </a:lnTo>
                  <a:close/>
                </a:path>
                <a:path w="4300855" h="1477645">
                  <a:moveTo>
                    <a:pt x="178308" y="26416"/>
                  </a:moveTo>
                  <a:lnTo>
                    <a:pt x="162095" y="26416"/>
                  </a:ln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34675" y="1016"/>
                  </a:lnTo>
                  <a:lnTo>
                    <a:pt x="277367" y="1016"/>
                  </a:lnTo>
                  <a:lnTo>
                    <a:pt x="248412" y="13716"/>
                  </a:lnTo>
                  <a:lnTo>
                    <a:pt x="201167" y="13716"/>
                  </a:lnTo>
                  <a:lnTo>
                    <a:pt x="178308" y="26416"/>
                  </a:lnTo>
                  <a:close/>
                </a:path>
                <a:path w="4300855" h="1477645">
                  <a:moveTo>
                    <a:pt x="4183092" y="51816"/>
                  </a:moveTo>
                  <a:lnTo>
                    <a:pt x="4166616" y="51816"/>
                  </a:lnTo>
                  <a:lnTo>
                    <a:pt x="4160520" y="39116"/>
                  </a:lnTo>
                  <a:lnTo>
                    <a:pt x="4158996" y="39116"/>
                  </a:lnTo>
                  <a:lnTo>
                    <a:pt x="4134612" y="26416"/>
                  </a:lnTo>
                  <a:lnTo>
                    <a:pt x="4119372" y="26416"/>
                  </a:lnTo>
                  <a:lnTo>
                    <a:pt x="4105656" y="13716"/>
                  </a:lnTo>
                  <a:lnTo>
                    <a:pt x="4053840" y="13716"/>
                  </a:lnTo>
                  <a:lnTo>
                    <a:pt x="4023360" y="1016"/>
                  </a:lnTo>
                  <a:lnTo>
                    <a:pt x="4034675" y="1016"/>
                  </a:lnTo>
                  <a:lnTo>
                    <a:pt x="4073411" y="4494"/>
                  </a:lnTo>
                  <a:lnTo>
                    <a:pt x="4120440" y="17443"/>
                  </a:lnTo>
                  <a:lnTo>
                    <a:pt x="4163681" y="38043"/>
                  </a:lnTo>
                  <a:lnTo>
                    <a:pt x="4183092" y="51816"/>
                  </a:lnTo>
                  <a:close/>
                </a:path>
                <a:path w="4300855" h="1477645">
                  <a:moveTo>
                    <a:pt x="16764" y="1477616"/>
                  </a:moveTo>
                  <a:lnTo>
                    <a:pt x="15820" y="1474216"/>
                  </a:lnTo>
                  <a:lnTo>
                    <a:pt x="16764" y="1474216"/>
                  </a:lnTo>
                  <a:lnTo>
                    <a:pt x="16764" y="1477616"/>
                  </a:lnTo>
                  <a:close/>
                </a:path>
                <a:path w="4300855" h="1477645">
                  <a:moveTo>
                    <a:pt x="6096" y="1439162"/>
                  </a:moveTo>
                  <a:lnTo>
                    <a:pt x="5250" y="1436116"/>
                  </a:lnTo>
                  <a:lnTo>
                    <a:pt x="6096" y="1436116"/>
                  </a:lnTo>
                  <a:lnTo>
                    <a:pt x="6096" y="1439162"/>
                  </a:lnTo>
                  <a:close/>
                </a:path>
                <a:path w="4300855" h="1477645">
                  <a:moveTo>
                    <a:pt x="1523" y="1400606"/>
                  </a:moveTo>
                  <a:lnTo>
                    <a:pt x="138" y="1385316"/>
                  </a:lnTo>
                  <a:lnTo>
                    <a:pt x="1523" y="1385316"/>
                  </a:lnTo>
                  <a:lnTo>
                    <a:pt x="1523" y="1400606"/>
                  </a:lnTo>
                  <a:close/>
                </a:path>
                <a:path w="4300855" h="1477645">
                  <a:moveTo>
                    <a:pt x="0" y="280416"/>
                  </a:moveTo>
                  <a:lnTo>
                    <a:pt x="0" y="277368"/>
                  </a:lnTo>
                  <a:lnTo>
                    <a:pt x="542" y="271379"/>
                  </a:lnTo>
                  <a:lnTo>
                    <a:pt x="0" y="280416"/>
                  </a:lnTo>
                  <a:close/>
                </a:path>
                <a:path w="4300855" h="1477645">
                  <a:moveTo>
                    <a:pt x="4200992" y="64516"/>
                  </a:moveTo>
                  <a:lnTo>
                    <a:pt x="4186428" y="64516"/>
                  </a:lnTo>
                  <a:lnTo>
                    <a:pt x="4183439" y="52062"/>
                  </a:lnTo>
                  <a:lnTo>
                    <a:pt x="4200992" y="64516"/>
                  </a:lnTo>
                  <a:close/>
                </a:path>
                <a:path w="4300855" h="1477645">
                  <a:moveTo>
                    <a:pt x="4238277" y="102592"/>
                  </a:moveTo>
                  <a:lnTo>
                    <a:pt x="4223004" y="89916"/>
                  </a:lnTo>
                  <a:lnTo>
                    <a:pt x="4215384" y="89916"/>
                  </a:lnTo>
                  <a:lnTo>
                    <a:pt x="4202195" y="65492"/>
                  </a:lnTo>
                  <a:lnTo>
                    <a:pt x="4202087" y="65293"/>
                  </a:lnTo>
                  <a:lnTo>
                    <a:pt x="4202368" y="65492"/>
                  </a:lnTo>
                  <a:lnTo>
                    <a:pt x="4235737" y="98986"/>
                  </a:lnTo>
                  <a:lnTo>
                    <a:pt x="4238277" y="102592"/>
                  </a:lnTo>
                  <a:close/>
                </a:path>
                <a:path w="4300855" h="1477645">
                  <a:moveTo>
                    <a:pt x="4247239" y="115316"/>
                  </a:moveTo>
                  <a:lnTo>
                    <a:pt x="4238244" y="115316"/>
                  </a:lnTo>
                  <a:lnTo>
                    <a:pt x="4238277" y="102592"/>
                  </a:lnTo>
                  <a:lnTo>
                    <a:pt x="4247239" y="115316"/>
                  </a:lnTo>
                  <a:close/>
                </a:path>
                <a:path w="4300855" h="1477645">
                  <a:moveTo>
                    <a:pt x="4256184" y="128016"/>
                  </a:moveTo>
                  <a:lnTo>
                    <a:pt x="4250436" y="128016"/>
                  </a:lnTo>
                  <a:lnTo>
                    <a:pt x="4247271" y="115316"/>
                  </a:lnTo>
                  <a:lnTo>
                    <a:pt x="4256184" y="128016"/>
                  </a:lnTo>
                  <a:close/>
                </a:path>
                <a:path w="4300855" h="1477645">
                  <a:moveTo>
                    <a:pt x="4270450" y="153416"/>
                  </a:moveTo>
                  <a:lnTo>
                    <a:pt x="4264152" y="153416"/>
                  </a:lnTo>
                  <a:lnTo>
                    <a:pt x="4264152" y="140716"/>
                  </a:lnTo>
                  <a:lnTo>
                    <a:pt x="4256532" y="140716"/>
                  </a:lnTo>
                  <a:lnTo>
                    <a:pt x="4256532" y="128509"/>
                  </a:lnTo>
                  <a:lnTo>
                    <a:pt x="4263023" y="137724"/>
                  </a:lnTo>
                  <a:lnTo>
                    <a:pt x="4270450" y="153416"/>
                  </a:lnTo>
                  <a:close/>
                </a:path>
                <a:path w="4300855" h="1477645">
                  <a:moveTo>
                    <a:pt x="4276461" y="166116"/>
                  </a:moveTo>
                  <a:lnTo>
                    <a:pt x="4271772" y="166116"/>
                  </a:lnTo>
                  <a:lnTo>
                    <a:pt x="4271772" y="156208"/>
                  </a:lnTo>
                  <a:lnTo>
                    <a:pt x="4276461" y="166116"/>
                  </a:lnTo>
                  <a:close/>
                </a:path>
                <a:path w="4300855" h="1477645">
                  <a:moveTo>
                    <a:pt x="4282466" y="178803"/>
                  </a:moveTo>
                  <a:lnTo>
                    <a:pt x="4277868" y="178803"/>
                  </a:lnTo>
                  <a:lnTo>
                    <a:pt x="4277868" y="169087"/>
                  </a:lnTo>
                  <a:lnTo>
                    <a:pt x="4282466" y="178803"/>
                  </a:lnTo>
                  <a:close/>
                </a:path>
                <a:path w="4300855" h="1477645">
                  <a:moveTo>
                    <a:pt x="4286367" y="191516"/>
                  </a:moveTo>
                  <a:lnTo>
                    <a:pt x="4282440" y="191516"/>
                  </a:lnTo>
                  <a:lnTo>
                    <a:pt x="4282466" y="178803"/>
                  </a:lnTo>
                  <a:lnTo>
                    <a:pt x="4283460" y="180902"/>
                  </a:lnTo>
                  <a:lnTo>
                    <a:pt x="4286367" y="191516"/>
                  </a:lnTo>
                  <a:close/>
                </a:path>
                <a:path w="4300855" h="1477645">
                  <a:moveTo>
                    <a:pt x="4289846" y="204216"/>
                  </a:moveTo>
                  <a:lnTo>
                    <a:pt x="4287012" y="204216"/>
                  </a:lnTo>
                  <a:lnTo>
                    <a:pt x="4287012" y="193870"/>
                  </a:lnTo>
                  <a:lnTo>
                    <a:pt x="4289846" y="204216"/>
                  </a:lnTo>
                  <a:close/>
                </a:path>
                <a:path w="4300855" h="1477645">
                  <a:moveTo>
                    <a:pt x="4293324" y="216916"/>
                  </a:moveTo>
                  <a:lnTo>
                    <a:pt x="4291584" y="216916"/>
                  </a:lnTo>
                  <a:lnTo>
                    <a:pt x="4291584" y="210561"/>
                  </a:lnTo>
                  <a:lnTo>
                    <a:pt x="4293324" y="216916"/>
                  </a:lnTo>
                  <a:close/>
                </a:path>
                <a:path w="4300855" h="1477645">
                  <a:moveTo>
                    <a:pt x="4297590" y="242316"/>
                  </a:moveTo>
                  <a:lnTo>
                    <a:pt x="4296156" y="242316"/>
                  </a:lnTo>
                  <a:lnTo>
                    <a:pt x="4296156" y="229616"/>
                  </a:lnTo>
                  <a:lnTo>
                    <a:pt x="4294632" y="229616"/>
                  </a:lnTo>
                  <a:lnTo>
                    <a:pt x="4294632" y="221688"/>
                  </a:lnTo>
                  <a:lnTo>
                    <a:pt x="4296283" y="227717"/>
                  </a:lnTo>
                  <a:lnTo>
                    <a:pt x="4297590" y="242316"/>
                  </a:lnTo>
                  <a:close/>
                </a:path>
                <a:path w="4300855" h="1477645">
                  <a:moveTo>
                    <a:pt x="4299864" y="267716"/>
                  </a:moveTo>
                  <a:lnTo>
                    <a:pt x="4299204" y="267716"/>
                  </a:lnTo>
                  <a:lnTo>
                    <a:pt x="4299204" y="260342"/>
                  </a:lnTo>
                  <a:lnTo>
                    <a:pt x="4299864" y="267716"/>
                  </a:lnTo>
                  <a:close/>
                </a:path>
                <a:path w="4300855" h="1477645">
                  <a:moveTo>
                    <a:pt x="4299217" y="1400649"/>
                  </a:moveTo>
                  <a:lnTo>
                    <a:pt x="4300715" y="277368"/>
                  </a:lnTo>
                  <a:lnTo>
                    <a:pt x="4300728" y="1383792"/>
                  </a:lnTo>
                  <a:lnTo>
                    <a:pt x="4299217" y="1400649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9532" y="4250974"/>
              <a:ext cx="161301" cy="21695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129784" y="4226051"/>
              <a:ext cx="4034790" cy="1488440"/>
            </a:xfrm>
            <a:custGeom>
              <a:avLst/>
              <a:gdLst/>
              <a:ahLst/>
              <a:cxnLst/>
              <a:rect l="l" t="t" r="r" b="b"/>
              <a:pathLst>
                <a:path w="4034790" h="1488439">
                  <a:moveTo>
                    <a:pt x="162095" y="26416"/>
                  </a:move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60" y="0"/>
                  </a:lnTo>
                  <a:lnTo>
                    <a:pt x="4034674" y="1016"/>
                  </a:lnTo>
                </a:path>
                <a:path w="4034790" h="1488439">
                  <a:moveTo>
                    <a:pt x="21335" y="1488185"/>
                  </a:moveTo>
                  <a:lnTo>
                    <a:pt x="20727" y="1486916"/>
                  </a:lnTo>
                </a:path>
                <a:path w="4034790" h="1488439">
                  <a:moveTo>
                    <a:pt x="16764" y="1477616"/>
                  </a:moveTo>
                  <a:lnTo>
                    <a:pt x="15820" y="1474216"/>
                  </a:lnTo>
                </a:path>
                <a:path w="4034790" h="1488439">
                  <a:moveTo>
                    <a:pt x="9144" y="1450149"/>
                  </a:moveTo>
                  <a:lnTo>
                    <a:pt x="8774" y="1448816"/>
                  </a:lnTo>
                </a:path>
                <a:path w="4034790" h="1488439">
                  <a:moveTo>
                    <a:pt x="6096" y="1439162"/>
                  </a:moveTo>
                  <a:lnTo>
                    <a:pt x="5250" y="1436116"/>
                  </a:lnTo>
                </a:path>
                <a:path w="4034790" h="1488439">
                  <a:moveTo>
                    <a:pt x="1523" y="1400606"/>
                  </a:moveTo>
                  <a:lnTo>
                    <a:pt x="138" y="1385316"/>
                  </a:lnTo>
                </a:path>
                <a:path w="4034790" h="1488439">
                  <a:moveTo>
                    <a:pt x="0" y="1383792"/>
                  </a:moveTo>
                  <a:lnTo>
                    <a:pt x="0" y="280416"/>
                  </a:lnTo>
                  <a:lnTo>
                    <a:pt x="0" y="277368"/>
                  </a:lnTo>
                  <a:lnTo>
                    <a:pt x="542" y="27137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60648" y="4223257"/>
              <a:ext cx="272809" cy="27432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390622" y="4503419"/>
              <a:ext cx="40005" cy="1249045"/>
            </a:xfrm>
            <a:custGeom>
              <a:avLst/>
              <a:gdLst/>
              <a:ahLst/>
              <a:cxnLst/>
              <a:rect l="l" t="t" r="r" b="b"/>
              <a:pathLst>
                <a:path w="40004" h="1249045">
                  <a:moveTo>
                    <a:pt x="39877" y="0"/>
                  </a:moveTo>
                  <a:lnTo>
                    <a:pt x="39889" y="1106424"/>
                  </a:lnTo>
                  <a:lnTo>
                    <a:pt x="38379" y="1123281"/>
                  </a:lnTo>
                </a:path>
                <a:path w="40004" h="1249045">
                  <a:moveTo>
                    <a:pt x="784" y="1247648"/>
                  </a:moveTo>
                  <a:lnTo>
                    <a:pt x="0" y="1248755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129783" y="4226051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4023359" y="1659635"/>
                  </a:moveTo>
                  <a:lnTo>
                    <a:pt x="277368" y="1659635"/>
                  </a:lnTo>
                  <a:lnTo>
                    <a:pt x="227717" y="1655193"/>
                  </a:lnTo>
                  <a:lnTo>
                    <a:pt x="180902" y="1642384"/>
                  </a:lnTo>
                  <a:lnTo>
                    <a:pt x="137724" y="1621987"/>
                  </a:lnTo>
                  <a:lnTo>
                    <a:pt x="98986" y="1594779"/>
                  </a:lnTo>
                  <a:lnTo>
                    <a:pt x="65492" y="1561537"/>
                  </a:lnTo>
                  <a:lnTo>
                    <a:pt x="38043" y="1523040"/>
                  </a:lnTo>
                  <a:lnTo>
                    <a:pt x="17443" y="1480065"/>
                  </a:lnTo>
                  <a:lnTo>
                    <a:pt x="4494" y="1433389"/>
                  </a:lnTo>
                  <a:lnTo>
                    <a:pt x="0" y="1383792"/>
                  </a:lnTo>
                  <a:lnTo>
                    <a:pt x="0" y="277368"/>
                  </a:lnTo>
                  <a:lnTo>
                    <a:pt x="4494" y="227717"/>
                  </a:lnTo>
                  <a:lnTo>
                    <a:pt x="17443" y="180902"/>
                  </a:lnTo>
                  <a:lnTo>
                    <a:pt x="38043" y="137724"/>
                  </a:lnTo>
                  <a:lnTo>
                    <a:pt x="65492" y="98986"/>
                  </a:lnTo>
                  <a:lnTo>
                    <a:pt x="98986" y="65492"/>
                  </a:lnTo>
                  <a:lnTo>
                    <a:pt x="137724" y="38043"/>
                  </a:ln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94"/>
                  </a:lnTo>
                  <a:lnTo>
                    <a:pt x="4120440" y="17443"/>
                  </a:lnTo>
                  <a:lnTo>
                    <a:pt x="4163680" y="38043"/>
                  </a:lnTo>
                  <a:lnTo>
                    <a:pt x="4202368" y="65492"/>
                  </a:lnTo>
                  <a:lnTo>
                    <a:pt x="4235737" y="98986"/>
                  </a:lnTo>
                  <a:lnTo>
                    <a:pt x="4263023" y="137724"/>
                  </a:lnTo>
                  <a:lnTo>
                    <a:pt x="4283460" y="180902"/>
                  </a:lnTo>
                  <a:lnTo>
                    <a:pt x="4296283" y="227717"/>
                  </a:lnTo>
                  <a:lnTo>
                    <a:pt x="4300727" y="277368"/>
                  </a:lnTo>
                  <a:lnTo>
                    <a:pt x="4300727" y="1383792"/>
                  </a:lnTo>
                  <a:lnTo>
                    <a:pt x="4296283" y="1433389"/>
                  </a:lnTo>
                  <a:lnTo>
                    <a:pt x="4283460" y="1480065"/>
                  </a:lnTo>
                  <a:lnTo>
                    <a:pt x="4263023" y="1523040"/>
                  </a:lnTo>
                  <a:lnTo>
                    <a:pt x="4235737" y="1561537"/>
                  </a:lnTo>
                  <a:lnTo>
                    <a:pt x="4202368" y="1594779"/>
                  </a:lnTo>
                  <a:lnTo>
                    <a:pt x="4163680" y="1621987"/>
                  </a:lnTo>
                  <a:lnTo>
                    <a:pt x="4120440" y="1642384"/>
                  </a:lnTo>
                  <a:lnTo>
                    <a:pt x="4073411" y="1655193"/>
                  </a:lnTo>
                  <a:lnTo>
                    <a:pt x="4023359" y="1659635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129783" y="4226051"/>
              <a:ext cx="4300855" cy="1659889"/>
            </a:xfrm>
            <a:custGeom>
              <a:avLst/>
              <a:gdLst/>
              <a:ahLst/>
              <a:cxnLst/>
              <a:rect l="l" t="t" r="r" b="b"/>
              <a:pathLst>
                <a:path w="4300855" h="1659889">
                  <a:moveTo>
                    <a:pt x="0" y="277368"/>
                  </a:moveTo>
                  <a:lnTo>
                    <a:pt x="4494" y="227717"/>
                  </a:lnTo>
                  <a:lnTo>
                    <a:pt x="17443" y="180902"/>
                  </a:lnTo>
                  <a:lnTo>
                    <a:pt x="38043" y="137724"/>
                  </a:lnTo>
                  <a:lnTo>
                    <a:pt x="65492" y="98986"/>
                  </a:lnTo>
                  <a:lnTo>
                    <a:pt x="98986" y="65492"/>
                  </a:lnTo>
                  <a:lnTo>
                    <a:pt x="137724" y="38043"/>
                  </a:lnTo>
                  <a:lnTo>
                    <a:pt x="180902" y="17443"/>
                  </a:lnTo>
                  <a:lnTo>
                    <a:pt x="227717" y="4494"/>
                  </a:lnTo>
                  <a:lnTo>
                    <a:pt x="277368" y="0"/>
                  </a:lnTo>
                  <a:lnTo>
                    <a:pt x="4023359" y="0"/>
                  </a:lnTo>
                  <a:lnTo>
                    <a:pt x="4073411" y="4494"/>
                  </a:lnTo>
                  <a:lnTo>
                    <a:pt x="4120440" y="17443"/>
                  </a:lnTo>
                  <a:lnTo>
                    <a:pt x="4163680" y="38043"/>
                  </a:lnTo>
                  <a:lnTo>
                    <a:pt x="4202368" y="65492"/>
                  </a:lnTo>
                  <a:lnTo>
                    <a:pt x="4235737" y="98986"/>
                  </a:lnTo>
                  <a:lnTo>
                    <a:pt x="4263023" y="137724"/>
                  </a:lnTo>
                  <a:lnTo>
                    <a:pt x="4283460" y="180902"/>
                  </a:lnTo>
                  <a:lnTo>
                    <a:pt x="4296283" y="227717"/>
                  </a:lnTo>
                  <a:lnTo>
                    <a:pt x="4300727" y="277368"/>
                  </a:lnTo>
                  <a:lnTo>
                    <a:pt x="4300727" y="1383792"/>
                  </a:lnTo>
                  <a:lnTo>
                    <a:pt x="4296283" y="1433389"/>
                  </a:lnTo>
                  <a:lnTo>
                    <a:pt x="4283460" y="1480065"/>
                  </a:lnTo>
                  <a:lnTo>
                    <a:pt x="4263023" y="1523040"/>
                  </a:lnTo>
                  <a:lnTo>
                    <a:pt x="4235737" y="1561537"/>
                  </a:lnTo>
                  <a:lnTo>
                    <a:pt x="4202368" y="1594779"/>
                  </a:lnTo>
                  <a:lnTo>
                    <a:pt x="4163680" y="1621987"/>
                  </a:lnTo>
                  <a:lnTo>
                    <a:pt x="4120440" y="1642384"/>
                  </a:lnTo>
                  <a:lnTo>
                    <a:pt x="4073411" y="1655193"/>
                  </a:lnTo>
                  <a:lnTo>
                    <a:pt x="4023359" y="1659635"/>
                  </a:lnTo>
                  <a:lnTo>
                    <a:pt x="277368" y="1659635"/>
                  </a:lnTo>
                  <a:lnTo>
                    <a:pt x="227717" y="1655193"/>
                  </a:lnTo>
                  <a:lnTo>
                    <a:pt x="180902" y="1642384"/>
                  </a:lnTo>
                  <a:lnTo>
                    <a:pt x="137724" y="1621987"/>
                  </a:lnTo>
                  <a:lnTo>
                    <a:pt x="98986" y="1594779"/>
                  </a:lnTo>
                  <a:lnTo>
                    <a:pt x="65492" y="1561537"/>
                  </a:lnTo>
                  <a:lnTo>
                    <a:pt x="38043" y="1523040"/>
                  </a:lnTo>
                  <a:lnTo>
                    <a:pt x="17443" y="1480065"/>
                  </a:lnTo>
                  <a:lnTo>
                    <a:pt x="4494" y="1433389"/>
                  </a:lnTo>
                  <a:lnTo>
                    <a:pt x="0" y="1383792"/>
                  </a:lnTo>
                  <a:lnTo>
                    <a:pt x="0" y="277368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5386750" y="4735582"/>
            <a:ext cx="3736975" cy="665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033780">
              <a:lnSpc>
                <a:spcPct val="100000"/>
              </a:lnSpc>
              <a:spcBef>
                <a:spcPts val="760"/>
              </a:spcBef>
            </a:pP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4.</a:t>
            </a:r>
            <a:r>
              <a:rPr dirty="0" sz="1250" spc="-2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AI</a:t>
            </a:r>
            <a:r>
              <a:rPr dirty="0" sz="1250" spc="9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Health</a:t>
            </a:r>
            <a:r>
              <a:rPr dirty="0" sz="1250" spc="-1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FB880"/>
                </a:solidFill>
                <a:latin typeface="Arial"/>
                <a:cs typeface="Arial"/>
              </a:rPr>
              <a:t>Score</a:t>
            </a:r>
            <a:r>
              <a:rPr dirty="0" sz="1250" spc="2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250" spc="-20" b="1">
                <a:solidFill>
                  <a:srgbClr val="0FB880"/>
                </a:solidFill>
                <a:latin typeface="Arial"/>
                <a:cs typeface="Arial"/>
              </a:rPr>
              <a:t>Dial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ts val="1190"/>
              </a:lnSpc>
              <a:spcBef>
                <a:spcPts val="540"/>
              </a:spcBef>
            </a:pP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Animated</a:t>
            </a:r>
            <a:r>
              <a:rPr dirty="0" sz="1000" spc="-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radial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 progress</a:t>
            </a:r>
            <a:r>
              <a:rPr dirty="0" sz="10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chart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calculating</a:t>
            </a:r>
            <a:r>
              <a:rPr dirty="0" sz="10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score</a:t>
            </a:r>
            <a:r>
              <a:rPr dirty="0" sz="100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ratings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 MT"/>
                <a:cs typeface="Arial MT"/>
              </a:rPr>
              <a:t>(Excellent,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Good,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Fair,</a:t>
            </a:r>
            <a:r>
              <a:rPr dirty="0" sz="10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Poor)</a:t>
            </a:r>
            <a:r>
              <a:rPr dirty="0" sz="100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out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212121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212121"/>
                </a:solidFill>
                <a:latin typeface="Arial MT"/>
                <a:cs typeface="Arial MT"/>
              </a:rPr>
              <a:t> 100.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</a:t>
            </a:r>
            <a:r>
              <a:rPr dirty="0" spc="-50"/>
              <a:t> </a:t>
            </a:r>
            <a:r>
              <a:rPr dirty="0"/>
              <a:t>ENGINE</a:t>
            </a:r>
            <a:r>
              <a:rPr dirty="0" spc="-40"/>
              <a:t> </a:t>
            </a:r>
            <a:r>
              <a:rPr dirty="0"/>
              <a:t>WORKFLOW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55"/>
              <a:t> </a:t>
            </a:r>
            <a:r>
              <a:rPr dirty="0"/>
              <a:t>LOCAL</a:t>
            </a:r>
            <a:r>
              <a:rPr dirty="0" spc="-90"/>
              <a:t> </a:t>
            </a:r>
            <a:r>
              <a:rPr dirty="0"/>
              <a:t>HYBRID</a:t>
            </a:r>
            <a:r>
              <a:rPr dirty="0" spc="-60"/>
              <a:t> </a:t>
            </a:r>
            <a:r>
              <a:rPr dirty="0" spc="-10"/>
              <a:t>ROUTING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Optimized</a:t>
            </a:r>
            <a:r>
              <a:rPr dirty="0" sz="1050" spc="6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pipeline</a:t>
            </a:r>
            <a:r>
              <a:rPr dirty="0" sz="1050" spc="3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mapping</a:t>
            </a:r>
            <a:r>
              <a:rPr dirty="0" sz="1050" spc="6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factual</a:t>
            </a:r>
            <a:r>
              <a:rPr dirty="0" sz="1050" spc="3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vs</a:t>
            </a:r>
            <a:r>
              <a:rPr dirty="0" sz="1050" spc="1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advisory</a:t>
            </a:r>
            <a:r>
              <a:rPr dirty="0" sz="1050" spc="3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requests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99694" y="2411729"/>
            <a:ext cx="8859520" cy="913130"/>
            <a:chOff x="599694" y="2411729"/>
            <a:chExt cx="8859520" cy="913130"/>
          </a:xfrm>
        </p:grpSpPr>
        <p:sp>
          <p:nvSpPr>
            <p:cNvPr id="5" name="object 5"/>
            <p:cNvSpPr/>
            <p:nvPr/>
          </p:nvSpPr>
          <p:spPr>
            <a:xfrm>
              <a:off x="603752" y="2423330"/>
              <a:ext cx="8851265" cy="897890"/>
            </a:xfrm>
            <a:custGeom>
              <a:avLst/>
              <a:gdLst/>
              <a:ahLst/>
              <a:cxnLst/>
              <a:rect l="l" t="t" r="r" b="b"/>
              <a:pathLst>
                <a:path w="8851265" h="897889">
                  <a:moveTo>
                    <a:pt x="7197" y="97889"/>
                  </a:moveTo>
                  <a:lnTo>
                    <a:pt x="7542" y="95792"/>
                  </a:lnTo>
                  <a:lnTo>
                    <a:pt x="8530" y="93890"/>
                  </a:lnTo>
                  <a:lnTo>
                    <a:pt x="7197" y="97889"/>
                  </a:lnTo>
                  <a:close/>
                </a:path>
                <a:path w="8851265" h="897889">
                  <a:moveTo>
                    <a:pt x="101466" y="976"/>
                  </a:moveTo>
                  <a:lnTo>
                    <a:pt x="103335" y="0"/>
                  </a:lnTo>
                  <a:lnTo>
                    <a:pt x="104395" y="0"/>
                  </a:lnTo>
                  <a:lnTo>
                    <a:pt x="101466" y="976"/>
                  </a:lnTo>
                  <a:close/>
                </a:path>
                <a:path w="8851265" h="897889">
                  <a:moveTo>
                    <a:pt x="8700268" y="897461"/>
                  </a:moveTo>
                  <a:lnTo>
                    <a:pt x="150605" y="897461"/>
                  </a:lnTo>
                  <a:lnTo>
                    <a:pt x="141211" y="895943"/>
                  </a:lnTo>
                  <a:lnTo>
                    <a:pt x="8700268" y="897461"/>
                  </a:lnTo>
                  <a:close/>
                </a:path>
                <a:path w="8851265" h="897889">
                  <a:moveTo>
                    <a:pt x="106246" y="890291"/>
                  </a:moveTo>
                  <a:lnTo>
                    <a:pt x="103335" y="889820"/>
                  </a:lnTo>
                  <a:lnTo>
                    <a:pt x="100590" y="888406"/>
                  </a:lnTo>
                  <a:lnTo>
                    <a:pt x="106246" y="890291"/>
                  </a:lnTo>
                  <a:close/>
                </a:path>
                <a:path w="8851265" h="897889">
                  <a:moveTo>
                    <a:pt x="62184" y="868608"/>
                  </a:moveTo>
                  <a:lnTo>
                    <a:pt x="58631" y="865182"/>
                  </a:lnTo>
                  <a:lnTo>
                    <a:pt x="59188" y="865461"/>
                  </a:lnTo>
                  <a:lnTo>
                    <a:pt x="62184" y="868608"/>
                  </a:lnTo>
                  <a:close/>
                </a:path>
                <a:path w="8851265" h="897889">
                  <a:moveTo>
                    <a:pt x="65641" y="870390"/>
                  </a:moveTo>
                  <a:lnTo>
                    <a:pt x="62184" y="868608"/>
                  </a:lnTo>
                  <a:lnTo>
                    <a:pt x="65284" y="870033"/>
                  </a:lnTo>
                  <a:lnTo>
                    <a:pt x="65641" y="870390"/>
                  </a:lnTo>
                  <a:close/>
                </a:path>
                <a:path w="8851265" h="897889">
                  <a:moveTo>
                    <a:pt x="33279" y="840001"/>
                  </a:moveTo>
                  <a:lnTo>
                    <a:pt x="29760" y="836505"/>
                  </a:lnTo>
                  <a:lnTo>
                    <a:pt x="30232" y="836505"/>
                  </a:lnTo>
                  <a:lnTo>
                    <a:pt x="33279" y="839553"/>
                  </a:lnTo>
                  <a:lnTo>
                    <a:pt x="33279" y="840001"/>
                  </a:lnTo>
                  <a:close/>
                </a:path>
                <a:path w="8851265" h="897889">
                  <a:moveTo>
                    <a:pt x="28708" y="835043"/>
                  </a:moveTo>
                  <a:lnTo>
                    <a:pt x="27106" y="831973"/>
                  </a:lnTo>
                  <a:lnTo>
                    <a:pt x="28708" y="833457"/>
                  </a:lnTo>
                  <a:lnTo>
                    <a:pt x="28708" y="835043"/>
                  </a:lnTo>
                  <a:close/>
                </a:path>
                <a:path w="8851265" h="897889">
                  <a:moveTo>
                    <a:pt x="7437" y="793822"/>
                  </a:moveTo>
                  <a:lnTo>
                    <a:pt x="6695" y="789261"/>
                  </a:lnTo>
                  <a:lnTo>
                    <a:pt x="7372" y="789261"/>
                  </a:lnTo>
                  <a:lnTo>
                    <a:pt x="7437" y="793822"/>
                  </a:lnTo>
                  <a:close/>
                </a:path>
                <a:path w="8851265" h="897889">
                  <a:moveTo>
                    <a:pt x="8896" y="797061"/>
                  </a:moveTo>
                  <a:lnTo>
                    <a:pt x="7437" y="793822"/>
                  </a:lnTo>
                  <a:lnTo>
                    <a:pt x="7372" y="789261"/>
                  </a:lnTo>
                  <a:lnTo>
                    <a:pt x="8896" y="793822"/>
                  </a:lnTo>
                  <a:lnTo>
                    <a:pt x="8896" y="797061"/>
                  </a:lnTo>
                  <a:close/>
                </a:path>
                <a:path w="8851265" h="897889">
                  <a:moveTo>
                    <a:pt x="1276" y="755955"/>
                  </a:moveTo>
                  <a:lnTo>
                    <a:pt x="0" y="748113"/>
                  </a:lnTo>
                  <a:lnTo>
                    <a:pt x="1276" y="748113"/>
                  </a:lnTo>
                  <a:lnTo>
                    <a:pt x="1276" y="755955"/>
                  </a:lnTo>
                  <a:close/>
                </a:path>
                <a:path w="8851265" h="897889">
                  <a:moveTo>
                    <a:pt x="8823112" y="56217"/>
                  </a:moveTo>
                  <a:lnTo>
                    <a:pt x="8822188" y="56217"/>
                  </a:lnTo>
                  <a:lnTo>
                    <a:pt x="8822188" y="54425"/>
                  </a:lnTo>
                  <a:lnTo>
                    <a:pt x="8823112" y="56217"/>
                  </a:lnTo>
                  <a:close/>
                </a:path>
                <a:path w="8851265" h="897889">
                  <a:moveTo>
                    <a:pt x="8849645" y="755982"/>
                  </a:moveTo>
                  <a:lnTo>
                    <a:pt x="8851101" y="143085"/>
                  </a:lnTo>
                  <a:lnTo>
                    <a:pt x="8851144" y="746589"/>
                  </a:lnTo>
                  <a:lnTo>
                    <a:pt x="8849645" y="755982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3504" y="2415539"/>
              <a:ext cx="8851900" cy="905510"/>
            </a:xfrm>
            <a:custGeom>
              <a:avLst/>
              <a:gdLst/>
              <a:ahLst/>
              <a:cxnLst/>
              <a:rect l="l" t="t" r="r" b="b"/>
              <a:pathLst>
                <a:path w="8851900" h="905510">
                  <a:moveTo>
                    <a:pt x="7454" y="105651"/>
                  </a:moveTo>
                  <a:lnTo>
                    <a:pt x="7790" y="103583"/>
                  </a:lnTo>
                  <a:lnTo>
                    <a:pt x="8767" y="101714"/>
                  </a:lnTo>
                </a:path>
                <a:path w="8851900" h="905510">
                  <a:moveTo>
                    <a:pt x="29315" y="62124"/>
                  </a:moveTo>
                  <a:lnTo>
                    <a:pt x="32011" y="59443"/>
                  </a:lnTo>
                </a:path>
                <a:path w="8851900" h="905510">
                  <a:moveTo>
                    <a:pt x="59519" y="32088"/>
                  </a:moveTo>
                  <a:lnTo>
                    <a:pt x="62132" y="29327"/>
                  </a:lnTo>
                </a:path>
                <a:path w="8851900" h="905510">
                  <a:moveTo>
                    <a:pt x="101684" y="8777"/>
                  </a:moveTo>
                  <a:lnTo>
                    <a:pt x="103583" y="7790"/>
                  </a:lnTo>
                  <a:lnTo>
                    <a:pt x="105680" y="7445"/>
                  </a:lnTo>
                </a:path>
                <a:path w="8851900" h="905510">
                  <a:moveTo>
                    <a:pt x="150876" y="0"/>
                  </a:moveTo>
                  <a:lnTo>
                    <a:pt x="8700516" y="0"/>
                  </a:lnTo>
                </a:path>
                <a:path w="8851900" h="905510">
                  <a:moveTo>
                    <a:pt x="8700516" y="905252"/>
                  </a:moveTo>
                  <a:lnTo>
                    <a:pt x="150876" y="905255"/>
                  </a:lnTo>
                  <a:lnTo>
                    <a:pt x="141459" y="903733"/>
                  </a:lnTo>
                </a:path>
                <a:path w="8851900" h="905510">
                  <a:moveTo>
                    <a:pt x="106494" y="898082"/>
                  </a:moveTo>
                  <a:lnTo>
                    <a:pt x="103583" y="897611"/>
                  </a:lnTo>
                  <a:lnTo>
                    <a:pt x="100838" y="896196"/>
                  </a:lnTo>
                </a:path>
                <a:path w="8851900" h="905510">
                  <a:moveTo>
                    <a:pt x="65889" y="878181"/>
                  </a:moveTo>
                  <a:lnTo>
                    <a:pt x="62432" y="876399"/>
                  </a:lnTo>
                  <a:lnTo>
                    <a:pt x="62273" y="876232"/>
                  </a:lnTo>
                  <a:lnTo>
                    <a:pt x="59350" y="873338"/>
                  </a:lnTo>
                </a:path>
                <a:path w="8851900" h="905510">
                  <a:moveTo>
                    <a:pt x="33527" y="847777"/>
                  </a:moveTo>
                  <a:lnTo>
                    <a:pt x="30010" y="844295"/>
                  </a:lnTo>
                </a:path>
                <a:path w="8851900" h="905510">
                  <a:moveTo>
                    <a:pt x="28956" y="842833"/>
                  </a:moveTo>
                  <a:lnTo>
                    <a:pt x="27354" y="839764"/>
                  </a:lnTo>
                </a:path>
                <a:path w="8851900" h="905510">
                  <a:moveTo>
                    <a:pt x="25908" y="836990"/>
                  </a:moveTo>
                  <a:lnTo>
                    <a:pt x="25565" y="836333"/>
                  </a:lnTo>
                </a:path>
                <a:path w="8851900" h="905510">
                  <a:moveTo>
                    <a:pt x="10668" y="807774"/>
                  </a:moveTo>
                  <a:lnTo>
                    <a:pt x="9844" y="806195"/>
                  </a:lnTo>
                </a:path>
                <a:path w="8851900" h="905510">
                  <a:moveTo>
                    <a:pt x="9143" y="804852"/>
                  </a:moveTo>
                  <a:lnTo>
                    <a:pt x="7790" y="802257"/>
                  </a:lnTo>
                  <a:lnTo>
                    <a:pt x="7685" y="801613"/>
                  </a:lnTo>
                  <a:lnTo>
                    <a:pt x="6943" y="797051"/>
                  </a:lnTo>
                </a:path>
                <a:path w="8851900" h="905510">
                  <a:moveTo>
                    <a:pt x="6095" y="791843"/>
                  </a:moveTo>
                  <a:lnTo>
                    <a:pt x="5951" y="790956"/>
                  </a:lnTo>
                </a:path>
                <a:path w="8851900" h="905510">
                  <a:moveTo>
                    <a:pt x="1523" y="763745"/>
                  </a:moveTo>
                  <a:lnTo>
                    <a:pt x="247" y="755903"/>
                  </a:lnTo>
                </a:path>
                <a:path w="8851900" h="905510">
                  <a:moveTo>
                    <a:pt x="0" y="754379"/>
                  </a:moveTo>
                  <a:lnTo>
                    <a:pt x="0" y="152400"/>
                  </a:lnTo>
                  <a:lnTo>
                    <a:pt x="108" y="150883"/>
                  </a:lnTo>
                </a:path>
                <a:path w="8851900" h="905510">
                  <a:moveTo>
                    <a:pt x="8817864" y="57625"/>
                  </a:moveTo>
                  <a:lnTo>
                    <a:pt x="8818149" y="57911"/>
                  </a:lnTo>
                </a:path>
                <a:path w="8851900" h="905510">
                  <a:moveTo>
                    <a:pt x="8822436" y="62215"/>
                  </a:moveTo>
                  <a:lnTo>
                    <a:pt x="8823359" y="64008"/>
                  </a:lnTo>
                </a:path>
                <a:path w="8851900" h="905510">
                  <a:moveTo>
                    <a:pt x="8843772" y="103583"/>
                  </a:moveTo>
                  <a:lnTo>
                    <a:pt x="8844025" y="105156"/>
                  </a:lnTo>
                </a:path>
                <a:path w="8851900" h="905510">
                  <a:moveTo>
                    <a:pt x="8851348" y="150875"/>
                  </a:moveTo>
                  <a:lnTo>
                    <a:pt x="8851392" y="754379"/>
                  </a:lnTo>
                  <a:lnTo>
                    <a:pt x="8849892" y="763772"/>
                  </a:lnTo>
                </a:path>
                <a:path w="8851900" h="905510">
                  <a:moveTo>
                    <a:pt x="8843920" y="801180"/>
                  </a:moveTo>
                  <a:lnTo>
                    <a:pt x="8843748" y="802257"/>
                  </a:lnTo>
                  <a:lnTo>
                    <a:pt x="8843216" y="803290"/>
                  </a:lnTo>
                </a:path>
                <a:path w="8851900" h="905510">
                  <a:moveTo>
                    <a:pt x="8749426" y="897080"/>
                  </a:moveTo>
                  <a:lnTo>
                    <a:pt x="8748394" y="897611"/>
                  </a:lnTo>
                  <a:lnTo>
                    <a:pt x="8747317" y="897783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3504" y="2415539"/>
              <a:ext cx="8851900" cy="905510"/>
            </a:xfrm>
            <a:custGeom>
              <a:avLst/>
              <a:gdLst/>
              <a:ahLst/>
              <a:cxnLst/>
              <a:rect l="l" t="t" r="r" b="b"/>
              <a:pathLst>
                <a:path w="8851900" h="905510">
                  <a:moveTo>
                    <a:pt x="8700516" y="905255"/>
                  </a:moveTo>
                  <a:lnTo>
                    <a:pt x="150876" y="905255"/>
                  </a:lnTo>
                  <a:lnTo>
                    <a:pt x="103583" y="897611"/>
                  </a:lnTo>
                  <a:lnTo>
                    <a:pt x="62215" y="876287"/>
                  </a:lnTo>
                  <a:lnTo>
                    <a:pt x="29407" y="843698"/>
                  </a:lnTo>
                  <a:lnTo>
                    <a:pt x="7790" y="802258"/>
                  </a:lnTo>
                  <a:lnTo>
                    <a:pt x="0" y="754380"/>
                  </a:lnTo>
                  <a:lnTo>
                    <a:pt x="0" y="150875"/>
                  </a:lnTo>
                  <a:lnTo>
                    <a:pt x="7790" y="103583"/>
                  </a:lnTo>
                  <a:lnTo>
                    <a:pt x="29407" y="62215"/>
                  </a:lnTo>
                  <a:lnTo>
                    <a:pt x="62215" y="29407"/>
                  </a:lnTo>
                  <a:lnTo>
                    <a:pt x="103583" y="7790"/>
                  </a:lnTo>
                  <a:lnTo>
                    <a:pt x="150876" y="0"/>
                  </a:lnTo>
                  <a:lnTo>
                    <a:pt x="8700516" y="0"/>
                  </a:lnTo>
                  <a:lnTo>
                    <a:pt x="8748393" y="7790"/>
                  </a:lnTo>
                  <a:lnTo>
                    <a:pt x="8789834" y="29407"/>
                  </a:lnTo>
                  <a:lnTo>
                    <a:pt x="8822423" y="62215"/>
                  </a:lnTo>
                  <a:lnTo>
                    <a:pt x="8843747" y="103583"/>
                  </a:lnTo>
                  <a:lnTo>
                    <a:pt x="8851392" y="150875"/>
                  </a:lnTo>
                  <a:lnTo>
                    <a:pt x="8851392" y="754380"/>
                  </a:lnTo>
                  <a:lnTo>
                    <a:pt x="8843747" y="802258"/>
                  </a:lnTo>
                  <a:lnTo>
                    <a:pt x="8822423" y="843698"/>
                  </a:lnTo>
                  <a:lnTo>
                    <a:pt x="8789834" y="876287"/>
                  </a:lnTo>
                  <a:lnTo>
                    <a:pt x="8748393" y="897611"/>
                  </a:lnTo>
                  <a:lnTo>
                    <a:pt x="8700516" y="905255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3504" y="2415539"/>
              <a:ext cx="8851900" cy="905510"/>
            </a:xfrm>
            <a:custGeom>
              <a:avLst/>
              <a:gdLst/>
              <a:ahLst/>
              <a:cxnLst/>
              <a:rect l="l" t="t" r="r" b="b"/>
              <a:pathLst>
                <a:path w="8851900" h="905510">
                  <a:moveTo>
                    <a:pt x="0" y="150875"/>
                  </a:moveTo>
                  <a:lnTo>
                    <a:pt x="7790" y="103583"/>
                  </a:lnTo>
                  <a:lnTo>
                    <a:pt x="29407" y="62215"/>
                  </a:lnTo>
                  <a:lnTo>
                    <a:pt x="62215" y="29407"/>
                  </a:lnTo>
                  <a:lnTo>
                    <a:pt x="103583" y="7790"/>
                  </a:lnTo>
                  <a:lnTo>
                    <a:pt x="150876" y="0"/>
                  </a:lnTo>
                  <a:lnTo>
                    <a:pt x="8700516" y="0"/>
                  </a:lnTo>
                  <a:lnTo>
                    <a:pt x="8748393" y="7790"/>
                  </a:lnTo>
                  <a:lnTo>
                    <a:pt x="8789834" y="29407"/>
                  </a:lnTo>
                  <a:lnTo>
                    <a:pt x="8822423" y="62215"/>
                  </a:lnTo>
                  <a:lnTo>
                    <a:pt x="8843747" y="103583"/>
                  </a:lnTo>
                  <a:lnTo>
                    <a:pt x="8851392" y="150875"/>
                  </a:lnTo>
                  <a:lnTo>
                    <a:pt x="8851392" y="754380"/>
                  </a:lnTo>
                  <a:lnTo>
                    <a:pt x="8843747" y="802258"/>
                  </a:lnTo>
                  <a:lnTo>
                    <a:pt x="8822423" y="843698"/>
                  </a:lnTo>
                  <a:lnTo>
                    <a:pt x="8789834" y="876287"/>
                  </a:lnTo>
                  <a:lnTo>
                    <a:pt x="8748393" y="897611"/>
                  </a:lnTo>
                  <a:lnTo>
                    <a:pt x="8700516" y="905255"/>
                  </a:lnTo>
                  <a:lnTo>
                    <a:pt x="150876" y="905255"/>
                  </a:lnTo>
                  <a:lnTo>
                    <a:pt x="103583" y="897611"/>
                  </a:lnTo>
                  <a:lnTo>
                    <a:pt x="62215" y="876287"/>
                  </a:lnTo>
                  <a:lnTo>
                    <a:pt x="29407" y="843698"/>
                  </a:lnTo>
                  <a:lnTo>
                    <a:pt x="7790" y="802258"/>
                  </a:lnTo>
                  <a:lnTo>
                    <a:pt x="0" y="754380"/>
                  </a:lnTo>
                  <a:lnTo>
                    <a:pt x="0" y="150875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03226" y="2756386"/>
            <a:ext cx="824992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USER</a:t>
            </a:r>
            <a:r>
              <a:rPr dirty="0" sz="1200" spc="6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QUERY</a:t>
            </a:r>
            <a:r>
              <a:rPr dirty="0" sz="1200" spc="45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A75BC"/>
                </a:solidFill>
                <a:latin typeface="Segoe UI Symbol"/>
                <a:cs typeface="Segoe UI Symbol"/>
              </a:rPr>
              <a:t>➔</a:t>
            </a:r>
            <a:r>
              <a:rPr dirty="0" sz="1200" spc="470">
                <a:solidFill>
                  <a:srgbClr val="1A75BC"/>
                </a:solidFill>
                <a:latin typeface="Segoe UI Symbol"/>
                <a:cs typeface="Segoe UI Symbo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JWT</a:t>
            </a:r>
            <a:r>
              <a:rPr dirty="0" sz="1200" spc="-1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AUTH</a:t>
            </a:r>
            <a:r>
              <a:rPr dirty="0" sz="1200" spc="13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CHECK</a:t>
            </a:r>
            <a:r>
              <a:rPr dirty="0" sz="1200" spc="490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A75BC"/>
                </a:solidFill>
                <a:latin typeface="Segoe UI Symbol"/>
                <a:cs typeface="Segoe UI Symbol"/>
              </a:rPr>
              <a:t>➔</a:t>
            </a:r>
            <a:r>
              <a:rPr dirty="0" sz="1200" spc="470">
                <a:solidFill>
                  <a:srgbClr val="1A75BC"/>
                </a:solidFill>
                <a:latin typeface="Segoe UI Symbol"/>
                <a:cs typeface="Segoe UI Symbo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RETRIEVE</a:t>
            </a:r>
            <a:r>
              <a:rPr dirty="0" sz="1200" spc="4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LIVE</a:t>
            </a:r>
            <a:r>
              <a:rPr dirty="0" sz="1200" spc="5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MONGO</a:t>
            </a:r>
            <a:r>
              <a:rPr dirty="0" sz="1200" spc="5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RECORDS</a:t>
            </a:r>
            <a:r>
              <a:rPr dirty="0" sz="1200" spc="49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1A75BC"/>
                </a:solidFill>
                <a:latin typeface="Segoe UI Symbol"/>
                <a:cs typeface="Segoe UI Symbol"/>
              </a:rPr>
              <a:t>➔</a:t>
            </a:r>
            <a:r>
              <a:rPr dirty="0" sz="1200" spc="459">
                <a:solidFill>
                  <a:srgbClr val="1A75BC"/>
                </a:solidFill>
                <a:latin typeface="Segoe UI Symbol"/>
                <a:cs typeface="Segoe UI Symbo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HYBRID</a:t>
            </a:r>
            <a:r>
              <a:rPr dirty="0" sz="1200" spc="7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75BC"/>
                </a:solidFill>
                <a:latin typeface="Arial"/>
                <a:cs typeface="Arial"/>
              </a:rPr>
              <a:t>ROUTING</a:t>
            </a:r>
            <a:r>
              <a:rPr dirty="0" sz="1200" spc="85" b="1">
                <a:solidFill>
                  <a:srgbClr val="1A75BC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A75BC"/>
                </a:solidFill>
                <a:latin typeface="Arial"/>
                <a:cs typeface="Arial"/>
              </a:rPr>
              <a:t>PIPELINE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694" y="3467861"/>
            <a:ext cx="4333240" cy="2573020"/>
            <a:chOff x="599694" y="3467861"/>
            <a:chExt cx="4333240" cy="25730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538" y="3563270"/>
              <a:ext cx="159646" cy="2612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3504" y="3471671"/>
              <a:ext cx="3967479" cy="2484120"/>
            </a:xfrm>
            <a:custGeom>
              <a:avLst/>
              <a:gdLst/>
              <a:ahLst/>
              <a:cxnLst/>
              <a:rect l="l" t="t" r="r" b="b"/>
              <a:pathLst>
                <a:path w="3967479" h="2484120">
                  <a:moveTo>
                    <a:pt x="160378" y="94995"/>
                  </a:move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4" y="0"/>
                  </a:lnTo>
                  <a:lnTo>
                    <a:pt x="3898392" y="0"/>
                  </a:lnTo>
                  <a:lnTo>
                    <a:pt x="3944983" y="2516"/>
                  </a:lnTo>
                  <a:lnTo>
                    <a:pt x="3966881" y="6095"/>
                  </a:lnTo>
                </a:path>
                <a:path w="3967479" h="2484120">
                  <a:moveTo>
                    <a:pt x="177065" y="2483770"/>
                  </a:moveTo>
                  <a:lnTo>
                    <a:pt x="175455" y="2482595"/>
                  </a:lnTo>
                </a:path>
                <a:path w="3967479" h="2484120">
                  <a:moveTo>
                    <a:pt x="145535" y="2458454"/>
                  </a:moveTo>
                  <a:lnTo>
                    <a:pt x="143975" y="2457195"/>
                  </a:lnTo>
                </a:path>
                <a:path w="3967479" h="2484120">
                  <a:moveTo>
                    <a:pt x="68685" y="2369173"/>
                  </a:moveTo>
                  <a:lnTo>
                    <a:pt x="68106" y="2368295"/>
                  </a:lnTo>
                </a:path>
                <a:path w="3967479" h="2484120">
                  <a:moveTo>
                    <a:pt x="53339" y="2343812"/>
                  </a:moveTo>
                  <a:lnTo>
                    <a:pt x="52863" y="2342895"/>
                  </a:lnTo>
                </a:path>
                <a:path w="3967479" h="2484120">
                  <a:moveTo>
                    <a:pt x="47243" y="2332099"/>
                  </a:moveTo>
                  <a:lnTo>
                    <a:pt x="46253" y="2330195"/>
                  </a:lnTo>
                </a:path>
                <a:path w="3967479" h="2484120">
                  <a:moveTo>
                    <a:pt x="35052" y="2306753"/>
                  </a:moveTo>
                  <a:lnTo>
                    <a:pt x="34281" y="2304795"/>
                  </a:lnTo>
                </a:path>
                <a:path w="3967479" h="2484120">
                  <a:moveTo>
                    <a:pt x="30479" y="2295144"/>
                  </a:moveTo>
                  <a:lnTo>
                    <a:pt x="29279" y="2292095"/>
                  </a:lnTo>
                </a:path>
                <a:path w="3967479" h="2484120">
                  <a:moveTo>
                    <a:pt x="16764" y="2254789"/>
                  </a:moveTo>
                  <a:lnTo>
                    <a:pt x="16545" y="2253995"/>
                  </a:lnTo>
                </a:path>
                <a:path w="3967479" h="2484120">
                  <a:moveTo>
                    <a:pt x="13716" y="2243742"/>
                  </a:moveTo>
                  <a:lnTo>
                    <a:pt x="13041" y="2241295"/>
                  </a:lnTo>
                </a:path>
                <a:path w="3967479" h="2484120">
                  <a:moveTo>
                    <a:pt x="10668" y="2232695"/>
                  </a:moveTo>
                  <a:lnTo>
                    <a:pt x="9890" y="2229878"/>
                  </a:lnTo>
                  <a:lnTo>
                    <a:pt x="9681" y="2228595"/>
                  </a:lnTo>
                </a:path>
                <a:path w="3967479" h="2484120">
                  <a:moveTo>
                    <a:pt x="6095" y="2206662"/>
                  </a:moveTo>
                  <a:lnTo>
                    <a:pt x="5529" y="2203195"/>
                  </a:lnTo>
                </a:path>
                <a:path w="3967479" h="2484120">
                  <a:moveTo>
                    <a:pt x="4571" y="2197338"/>
                  </a:moveTo>
                  <a:lnTo>
                    <a:pt x="3453" y="2190495"/>
                  </a:lnTo>
                </a:path>
                <a:path w="3967479" h="2484120">
                  <a:moveTo>
                    <a:pt x="3047" y="2188015"/>
                  </a:moveTo>
                  <a:lnTo>
                    <a:pt x="2516" y="2184763"/>
                  </a:lnTo>
                  <a:lnTo>
                    <a:pt x="2140" y="2177795"/>
                  </a:lnTo>
                </a:path>
                <a:path w="3967479" h="2484120">
                  <a:moveTo>
                    <a:pt x="1523" y="2166387"/>
                  </a:moveTo>
                  <a:lnTo>
                    <a:pt x="82" y="2139691"/>
                  </a:lnTo>
                  <a:lnTo>
                    <a:pt x="0" y="2138172"/>
                  </a:lnTo>
                  <a:lnTo>
                    <a:pt x="0" y="437895"/>
                  </a:lnTo>
                  <a:lnTo>
                    <a:pt x="0" y="428244"/>
                  </a:lnTo>
                  <a:lnTo>
                    <a:pt x="1535" y="399796"/>
                  </a:lnTo>
                  <a:lnTo>
                    <a:pt x="2516" y="381633"/>
                  </a:lnTo>
                  <a:lnTo>
                    <a:pt x="7000" y="354164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6575" y="3473957"/>
              <a:ext cx="363645" cy="3886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53288" y="3899915"/>
              <a:ext cx="175895" cy="2055495"/>
            </a:xfrm>
            <a:custGeom>
              <a:avLst/>
              <a:gdLst/>
              <a:ahLst/>
              <a:cxnLst/>
              <a:rect l="l" t="t" r="r" b="b"/>
              <a:pathLst>
                <a:path w="175895" h="2055495">
                  <a:moveTo>
                    <a:pt x="175303" y="0"/>
                  </a:moveTo>
                  <a:lnTo>
                    <a:pt x="175327" y="1709928"/>
                  </a:lnTo>
                  <a:lnTo>
                    <a:pt x="173814" y="1738174"/>
                  </a:lnTo>
                </a:path>
                <a:path w="175895" h="2055495">
                  <a:moveTo>
                    <a:pt x="860" y="2054352"/>
                  </a:moveTo>
                  <a:lnTo>
                    <a:pt x="0" y="205491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3504" y="3471672"/>
              <a:ext cx="4325620" cy="2565400"/>
            </a:xfrm>
            <a:custGeom>
              <a:avLst/>
              <a:gdLst/>
              <a:ahLst/>
              <a:cxnLst/>
              <a:rect l="l" t="t" r="r" b="b"/>
              <a:pathLst>
                <a:path w="4325620" h="2565400">
                  <a:moveTo>
                    <a:pt x="3898391" y="2564892"/>
                  </a:move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3898391" y="0"/>
                  </a:lnTo>
                  <a:lnTo>
                    <a:pt x="3944983" y="2516"/>
                  </a:lnTo>
                  <a:lnTo>
                    <a:pt x="3990098" y="9890"/>
                  </a:lnTo>
                  <a:lnTo>
                    <a:pt x="4033479" y="21860"/>
                  </a:lnTo>
                  <a:lnTo>
                    <a:pt x="4074868" y="38161"/>
                  </a:lnTo>
                  <a:lnTo>
                    <a:pt x="4114009" y="58532"/>
                  </a:lnTo>
                  <a:lnTo>
                    <a:pt x="4150644" y="82710"/>
                  </a:lnTo>
                  <a:lnTo>
                    <a:pt x="4184515" y="110431"/>
                  </a:lnTo>
                  <a:lnTo>
                    <a:pt x="4215365" y="141434"/>
                  </a:lnTo>
                  <a:lnTo>
                    <a:pt x="4242937" y="175455"/>
                  </a:lnTo>
                  <a:lnTo>
                    <a:pt x="4266974" y="212231"/>
                  </a:lnTo>
                  <a:lnTo>
                    <a:pt x="4287217" y="251499"/>
                  </a:lnTo>
                  <a:lnTo>
                    <a:pt x="4303410" y="292998"/>
                  </a:lnTo>
                  <a:lnTo>
                    <a:pt x="4315295" y="336463"/>
                  </a:lnTo>
                  <a:lnTo>
                    <a:pt x="4322614" y="381633"/>
                  </a:lnTo>
                  <a:lnTo>
                    <a:pt x="4325111" y="428243"/>
                  </a:lnTo>
                  <a:lnTo>
                    <a:pt x="4325111" y="2138172"/>
                  </a:lnTo>
                  <a:lnTo>
                    <a:pt x="4322614" y="2184763"/>
                  </a:lnTo>
                  <a:lnTo>
                    <a:pt x="4315295" y="2229878"/>
                  </a:lnTo>
                  <a:lnTo>
                    <a:pt x="4303410" y="2273259"/>
                  </a:lnTo>
                  <a:lnTo>
                    <a:pt x="4287217" y="2314648"/>
                  </a:lnTo>
                  <a:lnTo>
                    <a:pt x="4266974" y="2353789"/>
                  </a:lnTo>
                  <a:lnTo>
                    <a:pt x="4242937" y="2390424"/>
                  </a:lnTo>
                  <a:lnTo>
                    <a:pt x="4215365" y="2424295"/>
                  </a:lnTo>
                  <a:lnTo>
                    <a:pt x="4184515" y="2455145"/>
                  </a:lnTo>
                  <a:lnTo>
                    <a:pt x="4150644" y="2482717"/>
                  </a:lnTo>
                  <a:lnTo>
                    <a:pt x="4114009" y="2506754"/>
                  </a:lnTo>
                  <a:lnTo>
                    <a:pt x="4074868" y="2526997"/>
                  </a:lnTo>
                  <a:lnTo>
                    <a:pt x="4033479" y="2543190"/>
                  </a:lnTo>
                  <a:lnTo>
                    <a:pt x="3990098" y="2555075"/>
                  </a:lnTo>
                  <a:lnTo>
                    <a:pt x="3944983" y="2562394"/>
                  </a:lnTo>
                  <a:lnTo>
                    <a:pt x="3898391" y="2564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03504" y="3471672"/>
              <a:ext cx="4325620" cy="2565400"/>
            </a:xfrm>
            <a:custGeom>
              <a:avLst/>
              <a:gdLst/>
              <a:ahLst/>
              <a:cxnLst/>
              <a:rect l="l" t="t" r="r" b="b"/>
              <a:pathLst>
                <a:path w="4325620" h="2565400">
                  <a:moveTo>
                    <a:pt x="0" y="428243"/>
                  </a:move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3898391" y="0"/>
                  </a:lnTo>
                  <a:lnTo>
                    <a:pt x="3944983" y="2516"/>
                  </a:lnTo>
                  <a:lnTo>
                    <a:pt x="3990098" y="9890"/>
                  </a:lnTo>
                  <a:lnTo>
                    <a:pt x="4033479" y="21860"/>
                  </a:lnTo>
                  <a:lnTo>
                    <a:pt x="4074868" y="38161"/>
                  </a:lnTo>
                  <a:lnTo>
                    <a:pt x="4114009" y="58532"/>
                  </a:lnTo>
                  <a:lnTo>
                    <a:pt x="4150644" y="82710"/>
                  </a:lnTo>
                  <a:lnTo>
                    <a:pt x="4184515" y="110431"/>
                  </a:lnTo>
                  <a:lnTo>
                    <a:pt x="4215365" y="141434"/>
                  </a:lnTo>
                  <a:lnTo>
                    <a:pt x="4242937" y="175455"/>
                  </a:lnTo>
                  <a:lnTo>
                    <a:pt x="4266974" y="212231"/>
                  </a:lnTo>
                  <a:lnTo>
                    <a:pt x="4287217" y="251499"/>
                  </a:lnTo>
                  <a:lnTo>
                    <a:pt x="4303410" y="292998"/>
                  </a:lnTo>
                  <a:lnTo>
                    <a:pt x="4315295" y="336463"/>
                  </a:lnTo>
                  <a:lnTo>
                    <a:pt x="4322614" y="381633"/>
                  </a:lnTo>
                  <a:lnTo>
                    <a:pt x="4325111" y="428243"/>
                  </a:lnTo>
                  <a:lnTo>
                    <a:pt x="4325111" y="2138172"/>
                  </a:lnTo>
                  <a:lnTo>
                    <a:pt x="4322614" y="2184763"/>
                  </a:lnTo>
                  <a:lnTo>
                    <a:pt x="4315295" y="2229878"/>
                  </a:lnTo>
                  <a:lnTo>
                    <a:pt x="4303410" y="2273259"/>
                  </a:lnTo>
                  <a:lnTo>
                    <a:pt x="4287217" y="2314648"/>
                  </a:lnTo>
                  <a:lnTo>
                    <a:pt x="4266974" y="2353789"/>
                  </a:lnTo>
                  <a:lnTo>
                    <a:pt x="4242937" y="2390424"/>
                  </a:lnTo>
                  <a:lnTo>
                    <a:pt x="4215365" y="2424295"/>
                  </a:lnTo>
                  <a:lnTo>
                    <a:pt x="4184515" y="2455145"/>
                  </a:lnTo>
                  <a:lnTo>
                    <a:pt x="4150644" y="2482717"/>
                  </a:lnTo>
                  <a:lnTo>
                    <a:pt x="4114009" y="2506754"/>
                  </a:lnTo>
                  <a:lnTo>
                    <a:pt x="4074868" y="2526997"/>
                  </a:lnTo>
                  <a:lnTo>
                    <a:pt x="4033479" y="2543190"/>
                  </a:lnTo>
                  <a:lnTo>
                    <a:pt x="3990098" y="2555075"/>
                  </a:lnTo>
                  <a:lnTo>
                    <a:pt x="3944983" y="2562394"/>
                  </a:lnTo>
                  <a:lnTo>
                    <a:pt x="3898391" y="2564892"/>
                  </a:ln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04720" y="4272764"/>
            <a:ext cx="3712210" cy="1069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154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FB880"/>
                </a:solidFill>
                <a:latin typeface="Arial"/>
                <a:cs typeface="Arial"/>
              </a:rPr>
              <a:t>DETERMINISTIC</a:t>
            </a:r>
            <a:r>
              <a:rPr dirty="0" sz="1150" spc="-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FB880"/>
                </a:solidFill>
                <a:latin typeface="Arial"/>
                <a:cs typeface="Arial"/>
              </a:rPr>
              <a:t>/</a:t>
            </a:r>
            <a:r>
              <a:rPr dirty="0" sz="1150" spc="-4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FB880"/>
                </a:solidFill>
                <a:latin typeface="Arial"/>
                <a:cs typeface="Arial"/>
              </a:rPr>
              <a:t>FACTUAL</a:t>
            </a:r>
            <a:endParaRPr sz="1150">
              <a:latin typeface="Arial"/>
              <a:cs typeface="Arial"/>
            </a:endParaRPr>
          </a:p>
          <a:p>
            <a:pPr marL="83820" indent="-71120">
              <a:lnSpc>
                <a:spcPct val="100000"/>
              </a:lnSpc>
              <a:spcBef>
                <a:spcPts val="10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Bypasses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Gemini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API</a:t>
            </a:r>
            <a:r>
              <a:rPr dirty="0" sz="90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calls</a:t>
            </a:r>
            <a:r>
              <a:rPr dirty="0" sz="9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entirely.</a:t>
            </a:r>
            <a:endParaRPr sz="900">
              <a:latin typeface="Arial MT"/>
              <a:cs typeface="Arial MT"/>
            </a:endParaRPr>
          </a:p>
          <a:p>
            <a:pPr marL="83820" indent="-71120">
              <a:lnSpc>
                <a:spcPct val="100000"/>
              </a:lnSpc>
              <a:spcBef>
                <a:spcPts val="5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Answers factual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questions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locally.</a:t>
            </a:r>
            <a:endParaRPr sz="900">
              <a:latin typeface="Arial MT"/>
              <a:cs typeface="Arial MT"/>
            </a:endParaRPr>
          </a:p>
          <a:p>
            <a:pPr marL="83820" indent="-71120">
              <a:lnSpc>
                <a:spcPct val="100000"/>
              </a:lnSpc>
              <a:spcBef>
                <a:spcPts val="5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E.g.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'What</a:t>
            </a:r>
            <a:r>
              <a:rPr dirty="0" sz="900" spc="-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medicines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do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have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today?' or</a:t>
            </a:r>
            <a:r>
              <a:rPr dirty="0" sz="90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'How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much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water</a:t>
            </a:r>
            <a:r>
              <a:rPr dirty="0" sz="9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did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I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log?'.</a:t>
            </a:r>
            <a:endParaRPr sz="900">
              <a:latin typeface="Arial MT"/>
              <a:cs typeface="Arial MT"/>
            </a:endParaRPr>
          </a:p>
          <a:p>
            <a:pPr marL="83820" indent="-71120">
              <a:lnSpc>
                <a:spcPct val="100000"/>
              </a:lnSpc>
              <a:spcBef>
                <a:spcPts val="5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Drastically</a:t>
            </a:r>
            <a:r>
              <a:rPr dirty="0" sz="90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reduces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quota token</a:t>
            </a:r>
            <a:r>
              <a:rPr dirty="0" sz="90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usage and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returns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responses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instantly.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25973" y="3467861"/>
            <a:ext cx="4333240" cy="2573020"/>
            <a:chOff x="5125973" y="3467861"/>
            <a:chExt cx="4333240" cy="257302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3818" y="3563270"/>
              <a:ext cx="159646" cy="26120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29784" y="3471671"/>
              <a:ext cx="3967479" cy="2484120"/>
            </a:xfrm>
            <a:custGeom>
              <a:avLst/>
              <a:gdLst/>
              <a:ahLst/>
              <a:cxnLst/>
              <a:rect l="l" t="t" r="r" b="b"/>
              <a:pathLst>
                <a:path w="3967479" h="2484120">
                  <a:moveTo>
                    <a:pt x="160378" y="94995"/>
                  </a:move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4" y="0"/>
                  </a:lnTo>
                  <a:lnTo>
                    <a:pt x="3898392" y="0"/>
                  </a:lnTo>
                  <a:lnTo>
                    <a:pt x="3944983" y="2516"/>
                  </a:lnTo>
                  <a:lnTo>
                    <a:pt x="3966881" y="6095"/>
                  </a:lnTo>
                </a:path>
                <a:path w="3967479" h="2484120">
                  <a:moveTo>
                    <a:pt x="177065" y="2483770"/>
                  </a:moveTo>
                  <a:lnTo>
                    <a:pt x="175455" y="2482595"/>
                  </a:lnTo>
                </a:path>
                <a:path w="3967479" h="2484120">
                  <a:moveTo>
                    <a:pt x="145535" y="2458455"/>
                  </a:moveTo>
                  <a:lnTo>
                    <a:pt x="143975" y="2457195"/>
                  </a:lnTo>
                </a:path>
                <a:path w="3967479" h="2484120">
                  <a:moveTo>
                    <a:pt x="68685" y="2369173"/>
                  </a:moveTo>
                  <a:lnTo>
                    <a:pt x="68106" y="2368295"/>
                  </a:lnTo>
                </a:path>
                <a:path w="3967479" h="2484120">
                  <a:moveTo>
                    <a:pt x="53339" y="2343811"/>
                  </a:moveTo>
                  <a:lnTo>
                    <a:pt x="52863" y="2342895"/>
                  </a:lnTo>
                </a:path>
                <a:path w="3967479" h="2484120">
                  <a:moveTo>
                    <a:pt x="47244" y="2332099"/>
                  </a:moveTo>
                  <a:lnTo>
                    <a:pt x="46253" y="2330195"/>
                  </a:lnTo>
                </a:path>
                <a:path w="3967479" h="2484120">
                  <a:moveTo>
                    <a:pt x="35051" y="2306752"/>
                  </a:moveTo>
                  <a:lnTo>
                    <a:pt x="34281" y="2304795"/>
                  </a:lnTo>
                </a:path>
                <a:path w="3967479" h="2484120">
                  <a:moveTo>
                    <a:pt x="30480" y="2295145"/>
                  </a:moveTo>
                  <a:lnTo>
                    <a:pt x="29279" y="2292095"/>
                  </a:lnTo>
                </a:path>
                <a:path w="3967479" h="2484120">
                  <a:moveTo>
                    <a:pt x="16764" y="2254789"/>
                  </a:moveTo>
                  <a:lnTo>
                    <a:pt x="16545" y="2253995"/>
                  </a:lnTo>
                </a:path>
                <a:path w="3967479" h="2484120">
                  <a:moveTo>
                    <a:pt x="13716" y="2243742"/>
                  </a:moveTo>
                  <a:lnTo>
                    <a:pt x="13041" y="2241295"/>
                  </a:lnTo>
                </a:path>
                <a:path w="3967479" h="2484120">
                  <a:moveTo>
                    <a:pt x="10667" y="2232694"/>
                  </a:moveTo>
                  <a:lnTo>
                    <a:pt x="9890" y="2229878"/>
                  </a:lnTo>
                  <a:lnTo>
                    <a:pt x="9681" y="2228595"/>
                  </a:lnTo>
                </a:path>
                <a:path w="3967479" h="2484120">
                  <a:moveTo>
                    <a:pt x="6096" y="2206663"/>
                  </a:moveTo>
                  <a:lnTo>
                    <a:pt x="5529" y="2203195"/>
                  </a:lnTo>
                </a:path>
                <a:path w="3967479" h="2484120">
                  <a:moveTo>
                    <a:pt x="4571" y="2197337"/>
                  </a:moveTo>
                  <a:lnTo>
                    <a:pt x="3453" y="2190495"/>
                  </a:lnTo>
                </a:path>
                <a:path w="3967479" h="2484120">
                  <a:moveTo>
                    <a:pt x="3048" y="2188015"/>
                  </a:moveTo>
                  <a:lnTo>
                    <a:pt x="2516" y="2184763"/>
                  </a:lnTo>
                  <a:lnTo>
                    <a:pt x="2140" y="2177795"/>
                  </a:lnTo>
                </a:path>
                <a:path w="3967479" h="2484120">
                  <a:moveTo>
                    <a:pt x="1523" y="2166383"/>
                  </a:moveTo>
                  <a:lnTo>
                    <a:pt x="82" y="2139691"/>
                  </a:lnTo>
                  <a:lnTo>
                    <a:pt x="0" y="2138172"/>
                  </a:lnTo>
                  <a:lnTo>
                    <a:pt x="0" y="437895"/>
                  </a:lnTo>
                  <a:lnTo>
                    <a:pt x="0" y="428244"/>
                  </a:lnTo>
                  <a:lnTo>
                    <a:pt x="1535" y="399796"/>
                  </a:lnTo>
                  <a:lnTo>
                    <a:pt x="2516" y="381633"/>
                  </a:lnTo>
                  <a:lnTo>
                    <a:pt x="7000" y="354167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92855" y="3473957"/>
              <a:ext cx="363645" cy="38862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79568" y="3899915"/>
              <a:ext cx="175895" cy="2055495"/>
            </a:xfrm>
            <a:custGeom>
              <a:avLst/>
              <a:gdLst/>
              <a:ahLst/>
              <a:cxnLst/>
              <a:rect l="l" t="t" r="r" b="b"/>
              <a:pathLst>
                <a:path w="175895" h="2055495">
                  <a:moveTo>
                    <a:pt x="175303" y="0"/>
                  </a:moveTo>
                  <a:lnTo>
                    <a:pt x="175328" y="1709928"/>
                  </a:lnTo>
                  <a:lnTo>
                    <a:pt x="173813" y="1738182"/>
                  </a:lnTo>
                </a:path>
                <a:path w="175895" h="2055495">
                  <a:moveTo>
                    <a:pt x="860" y="2054352"/>
                  </a:moveTo>
                  <a:lnTo>
                    <a:pt x="0" y="205491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129783" y="3471672"/>
              <a:ext cx="4325620" cy="2565400"/>
            </a:xfrm>
            <a:custGeom>
              <a:avLst/>
              <a:gdLst/>
              <a:ahLst/>
              <a:cxnLst/>
              <a:rect l="l" t="t" r="r" b="b"/>
              <a:pathLst>
                <a:path w="4325620" h="2565400">
                  <a:moveTo>
                    <a:pt x="3898391" y="2564892"/>
                  </a:move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3898391" y="0"/>
                  </a:lnTo>
                  <a:lnTo>
                    <a:pt x="3944983" y="2516"/>
                  </a:lnTo>
                  <a:lnTo>
                    <a:pt x="3990098" y="9890"/>
                  </a:lnTo>
                  <a:lnTo>
                    <a:pt x="4033479" y="21860"/>
                  </a:lnTo>
                  <a:lnTo>
                    <a:pt x="4074868" y="38161"/>
                  </a:lnTo>
                  <a:lnTo>
                    <a:pt x="4114009" y="58532"/>
                  </a:lnTo>
                  <a:lnTo>
                    <a:pt x="4150644" y="82710"/>
                  </a:lnTo>
                  <a:lnTo>
                    <a:pt x="4184515" y="110431"/>
                  </a:lnTo>
                  <a:lnTo>
                    <a:pt x="4215365" y="141434"/>
                  </a:lnTo>
                  <a:lnTo>
                    <a:pt x="4242937" y="175455"/>
                  </a:lnTo>
                  <a:lnTo>
                    <a:pt x="4266974" y="212231"/>
                  </a:lnTo>
                  <a:lnTo>
                    <a:pt x="4287217" y="251499"/>
                  </a:lnTo>
                  <a:lnTo>
                    <a:pt x="4303410" y="292998"/>
                  </a:lnTo>
                  <a:lnTo>
                    <a:pt x="4315295" y="336463"/>
                  </a:lnTo>
                  <a:lnTo>
                    <a:pt x="4322614" y="381633"/>
                  </a:lnTo>
                  <a:lnTo>
                    <a:pt x="4325111" y="428243"/>
                  </a:lnTo>
                  <a:lnTo>
                    <a:pt x="4325111" y="2138172"/>
                  </a:lnTo>
                  <a:lnTo>
                    <a:pt x="4322614" y="2184763"/>
                  </a:lnTo>
                  <a:lnTo>
                    <a:pt x="4315295" y="2229878"/>
                  </a:lnTo>
                  <a:lnTo>
                    <a:pt x="4303410" y="2273259"/>
                  </a:lnTo>
                  <a:lnTo>
                    <a:pt x="4287217" y="2314648"/>
                  </a:lnTo>
                  <a:lnTo>
                    <a:pt x="4266974" y="2353789"/>
                  </a:lnTo>
                  <a:lnTo>
                    <a:pt x="4242937" y="2390424"/>
                  </a:lnTo>
                  <a:lnTo>
                    <a:pt x="4215365" y="2424295"/>
                  </a:lnTo>
                  <a:lnTo>
                    <a:pt x="4184515" y="2455145"/>
                  </a:lnTo>
                  <a:lnTo>
                    <a:pt x="4150644" y="2482717"/>
                  </a:lnTo>
                  <a:lnTo>
                    <a:pt x="4114009" y="2506754"/>
                  </a:lnTo>
                  <a:lnTo>
                    <a:pt x="4074868" y="2526997"/>
                  </a:lnTo>
                  <a:lnTo>
                    <a:pt x="4033479" y="2543190"/>
                  </a:lnTo>
                  <a:lnTo>
                    <a:pt x="3990098" y="2555075"/>
                  </a:lnTo>
                  <a:lnTo>
                    <a:pt x="3944983" y="2562394"/>
                  </a:lnTo>
                  <a:lnTo>
                    <a:pt x="3898391" y="2564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129783" y="3471672"/>
              <a:ext cx="4325620" cy="2565400"/>
            </a:xfrm>
            <a:custGeom>
              <a:avLst/>
              <a:gdLst/>
              <a:ahLst/>
              <a:cxnLst/>
              <a:rect l="l" t="t" r="r" b="b"/>
              <a:pathLst>
                <a:path w="4325620" h="2565400">
                  <a:moveTo>
                    <a:pt x="0" y="428243"/>
                  </a:moveTo>
                  <a:lnTo>
                    <a:pt x="2516" y="381633"/>
                  </a:lnTo>
                  <a:lnTo>
                    <a:pt x="9890" y="336463"/>
                  </a:lnTo>
                  <a:lnTo>
                    <a:pt x="21860" y="292998"/>
                  </a:lnTo>
                  <a:lnTo>
                    <a:pt x="38161" y="251499"/>
                  </a:lnTo>
                  <a:lnTo>
                    <a:pt x="58532" y="212231"/>
                  </a:lnTo>
                  <a:lnTo>
                    <a:pt x="82710" y="175455"/>
                  </a:lnTo>
                  <a:lnTo>
                    <a:pt x="110431" y="141434"/>
                  </a:lnTo>
                  <a:lnTo>
                    <a:pt x="141434" y="110431"/>
                  </a:lnTo>
                  <a:lnTo>
                    <a:pt x="175455" y="82710"/>
                  </a:lnTo>
                  <a:lnTo>
                    <a:pt x="212231" y="58532"/>
                  </a:lnTo>
                  <a:lnTo>
                    <a:pt x="251499" y="38161"/>
                  </a:lnTo>
                  <a:lnTo>
                    <a:pt x="292998" y="21860"/>
                  </a:lnTo>
                  <a:lnTo>
                    <a:pt x="336463" y="9890"/>
                  </a:lnTo>
                  <a:lnTo>
                    <a:pt x="381633" y="2516"/>
                  </a:lnTo>
                  <a:lnTo>
                    <a:pt x="428243" y="0"/>
                  </a:lnTo>
                  <a:lnTo>
                    <a:pt x="3898391" y="0"/>
                  </a:lnTo>
                  <a:lnTo>
                    <a:pt x="3944983" y="2516"/>
                  </a:lnTo>
                  <a:lnTo>
                    <a:pt x="3990098" y="9890"/>
                  </a:lnTo>
                  <a:lnTo>
                    <a:pt x="4033479" y="21860"/>
                  </a:lnTo>
                  <a:lnTo>
                    <a:pt x="4074868" y="38161"/>
                  </a:lnTo>
                  <a:lnTo>
                    <a:pt x="4114009" y="58532"/>
                  </a:lnTo>
                  <a:lnTo>
                    <a:pt x="4150644" y="82710"/>
                  </a:lnTo>
                  <a:lnTo>
                    <a:pt x="4184515" y="110431"/>
                  </a:lnTo>
                  <a:lnTo>
                    <a:pt x="4215365" y="141434"/>
                  </a:lnTo>
                  <a:lnTo>
                    <a:pt x="4242937" y="175455"/>
                  </a:lnTo>
                  <a:lnTo>
                    <a:pt x="4266974" y="212231"/>
                  </a:lnTo>
                  <a:lnTo>
                    <a:pt x="4287217" y="251499"/>
                  </a:lnTo>
                  <a:lnTo>
                    <a:pt x="4303410" y="292998"/>
                  </a:lnTo>
                  <a:lnTo>
                    <a:pt x="4315295" y="336463"/>
                  </a:lnTo>
                  <a:lnTo>
                    <a:pt x="4322614" y="381633"/>
                  </a:lnTo>
                  <a:lnTo>
                    <a:pt x="4325111" y="428243"/>
                  </a:lnTo>
                  <a:lnTo>
                    <a:pt x="4325111" y="2138172"/>
                  </a:lnTo>
                  <a:lnTo>
                    <a:pt x="4322614" y="2184763"/>
                  </a:lnTo>
                  <a:lnTo>
                    <a:pt x="4315295" y="2229878"/>
                  </a:lnTo>
                  <a:lnTo>
                    <a:pt x="4303410" y="2273259"/>
                  </a:lnTo>
                  <a:lnTo>
                    <a:pt x="4287217" y="2314648"/>
                  </a:lnTo>
                  <a:lnTo>
                    <a:pt x="4266974" y="2353789"/>
                  </a:lnTo>
                  <a:lnTo>
                    <a:pt x="4242937" y="2390424"/>
                  </a:lnTo>
                  <a:lnTo>
                    <a:pt x="4215365" y="2424295"/>
                  </a:lnTo>
                  <a:lnTo>
                    <a:pt x="4184515" y="2455145"/>
                  </a:lnTo>
                  <a:lnTo>
                    <a:pt x="4150644" y="2482717"/>
                  </a:lnTo>
                  <a:lnTo>
                    <a:pt x="4114009" y="2506754"/>
                  </a:lnTo>
                  <a:lnTo>
                    <a:pt x="4074868" y="2526997"/>
                  </a:lnTo>
                  <a:lnTo>
                    <a:pt x="4033479" y="2543190"/>
                  </a:lnTo>
                  <a:lnTo>
                    <a:pt x="3990098" y="2555075"/>
                  </a:lnTo>
                  <a:lnTo>
                    <a:pt x="3944983" y="2562394"/>
                  </a:lnTo>
                  <a:lnTo>
                    <a:pt x="3898391" y="2564892"/>
                  </a:lnTo>
                  <a:lnTo>
                    <a:pt x="428243" y="2564892"/>
                  </a:lnTo>
                  <a:lnTo>
                    <a:pt x="381633" y="2562394"/>
                  </a:lnTo>
                  <a:lnTo>
                    <a:pt x="336463" y="2555075"/>
                  </a:lnTo>
                  <a:lnTo>
                    <a:pt x="292998" y="2543190"/>
                  </a:lnTo>
                  <a:lnTo>
                    <a:pt x="251499" y="2526997"/>
                  </a:lnTo>
                  <a:lnTo>
                    <a:pt x="212231" y="2506754"/>
                  </a:lnTo>
                  <a:lnTo>
                    <a:pt x="175455" y="2482717"/>
                  </a:lnTo>
                  <a:lnTo>
                    <a:pt x="141434" y="2455145"/>
                  </a:lnTo>
                  <a:lnTo>
                    <a:pt x="110431" y="2424295"/>
                  </a:lnTo>
                  <a:lnTo>
                    <a:pt x="82710" y="2390424"/>
                  </a:lnTo>
                  <a:lnTo>
                    <a:pt x="58532" y="2353789"/>
                  </a:lnTo>
                  <a:lnTo>
                    <a:pt x="38161" y="2314648"/>
                  </a:lnTo>
                  <a:lnTo>
                    <a:pt x="21860" y="2273259"/>
                  </a:lnTo>
                  <a:lnTo>
                    <a:pt x="9890" y="2229878"/>
                  </a:lnTo>
                  <a:lnTo>
                    <a:pt x="2516" y="2184763"/>
                  </a:lnTo>
                  <a:lnTo>
                    <a:pt x="0" y="2138172"/>
                  </a:lnTo>
                  <a:lnTo>
                    <a:pt x="0" y="428243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430987" y="4204184"/>
            <a:ext cx="2934970" cy="1207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3444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FB880"/>
                </a:solidFill>
                <a:latin typeface="Arial"/>
                <a:cs typeface="Arial"/>
              </a:rPr>
              <a:t>ADVISORY</a:t>
            </a:r>
            <a:r>
              <a:rPr dirty="0" sz="1150" spc="-35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FB880"/>
                </a:solidFill>
                <a:latin typeface="Arial"/>
                <a:cs typeface="Arial"/>
              </a:rPr>
              <a:t>/</a:t>
            </a:r>
            <a:r>
              <a:rPr dirty="0" sz="1150" spc="-60" b="1">
                <a:solidFill>
                  <a:srgbClr val="0FB880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FB880"/>
                </a:solidFill>
                <a:latin typeface="Arial"/>
                <a:cs typeface="Arial"/>
              </a:rPr>
              <a:t>COMPARATIVE</a:t>
            </a:r>
            <a:endParaRPr sz="1150">
              <a:latin typeface="Arial"/>
              <a:cs typeface="Arial"/>
            </a:endParaRPr>
          </a:p>
          <a:p>
            <a:pPr marL="83820" indent="-71120">
              <a:lnSpc>
                <a:spcPct val="100000"/>
              </a:lnSpc>
              <a:spcBef>
                <a:spcPts val="10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Triggers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Gemini</a:t>
            </a:r>
            <a:r>
              <a:rPr dirty="0" sz="900" spc="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API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calls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securely.</a:t>
            </a:r>
            <a:endParaRPr sz="900">
              <a:latin typeface="Arial MT"/>
              <a:cs typeface="Arial MT"/>
            </a:endParaRPr>
          </a:p>
          <a:p>
            <a:pPr marL="83820" indent="-71120">
              <a:lnSpc>
                <a:spcPct val="100000"/>
              </a:lnSpc>
              <a:spcBef>
                <a:spcPts val="5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Feeds</a:t>
            </a:r>
            <a:r>
              <a:rPr dirty="0" sz="90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active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database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as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context.</a:t>
            </a:r>
            <a:endParaRPr sz="900">
              <a:latin typeface="Arial MT"/>
              <a:cs typeface="Arial MT"/>
            </a:endParaRPr>
          </a:p>
          <a:p>
            <a:pPr marL="12700" marR="17780" indent="71120">
              <a:lnSpc>
                <a:spcPct val="100000"/>
              </a:lnSpc>
              <a:spcBef>
                <a:spcPts val="5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E.g.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'Summarize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my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90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this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week' or 'Suggest</a:t>
            </a:r>
            <a:r>
              <a:rPr dirty="0" sz="90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sleep 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improvements'.</a:t>
            </a:r>
            <a:endParaRPr sz="900">
              <a:latin typeface="Arial MT"/>
              <a:cs typeface="Arial MT"/>
            </a:endParaRPr>
          </a:p>
          <a:p>
            <a:pPr marL="83820" indent="-71120">
              <a:lnSpc>
                <a:spcPct val="100000"/>
              </a:lnSpc>
              <a:spcBef>
                <a:spcPts val="505"/>
              </a:spcBef>
              <a:buChar char="•"/>
              <a:tabLst>
                <a:tab pos="83820" algn="l"/>
              </a:tabLst>
            </a:pP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Returns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conversational</a:t>
            </a:r>
            <a:r>
              <a:rPr dirty="0" sz="90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LLM wellness</a:t>
            </a:r>
            <a:r>
              <a:rPr dirty="0" sz="900" spc="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212121"/>
                </a:solidFill>
                <a:latin typeface="Arial MT"/>
                <a:cs typeface="Arial MT"/>
              </a:rPr>
              <a:t>responses</a:t>
            </a:r>
            <a:r>
              <a:rPr dirty="0" sz="900" spc="-10">
                <a:solidFill>
                  <a:srgbClr val="212121"/>
                </a:solidFill>
                <a:latin typeface="Arial MT"/>
                <a:cs typeface="Arial MT"/>
              </a:rPr>
              <a:t> safely.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VISUAL</a:t>
            </a:r>
            <a:r>
              <a:rPr dirty="0" spc="-100"/>
              <a:t> </a:t>
            </a:r>
            <a:r>
              <a:rPr dirty="0"/>
              <a:t>TOUR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65"/>
              <a:t> </a:t>
            </a:r>
            <a:r>
              <a:rPr dirty="0"/>
              <a:t>CLIENT</a:t>
            </a:r>
            <a:r>
              <a:rPr dirty="0" spc="-55"/>
              <a:t> </a:t>
            </a:r>
            <a:r>
              <a:rPr dirty="0" spc="-10"/>
              <a:t>INTERFACES</a:t>
            </a:r>
          </a:p>
          <a:p>
            <a:pPr marL="1397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Screenshots:</a:t>
            </a:r>
            <a:r>
              <a:rPr dirty="0" sz="1050" spc="5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Home</a:t>
            </a:r>
            <a:r>
              <a:rPr dirty="0" sz="1050" spc="4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Page,</a:t>
            </a:r>
            <a:r>
              <a:rPr dirty="0" sz="1050" spc="5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Dashboard,</a:t>
            </a:r>
            <a:r>
              <a:rPr dirty="0" sz="1050" spc="8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and Add</a:t>
            </a:r>
            <a:r>
              <a:rPr dirty="0" sz="1050" spc="2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Medicine</a:t>
            </a:r>
            <a:r>
              <a:rPr dirty="0" sz="1050" spc="5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20" b="0" i="1">
                <a:solidFill>
                  <a:srgbClr val="666666"/>
                </a:solidFill>
                <a:latin typeface="Arial"/>
                <a:cs typeface="Arial"/>
              </a:rPr>
              <a:t>Page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99694" y="2186178"/>
            <a:ext cx="2824480" cy="3629025"/>
            <a:chOff x="599694" y="2186178"/>
            <a:chExt cx="2824480" cy="3629025"/>
          </a:xfrm>
        </p:grpSpPr>
        <p:sp>
          <p:nvSpPr>
            <p:cNvPr id="5" name="object 5"/>
            <p:cNvSpPr/>
            <p:nvPr/>
          </p:nvSpPr>
          <p:spPr>
            <a:xfrm>
              <a:off x="603504" y="2189988"/>
              <a:ext cx="2816860" cy="3613150"/>
            </a:xfrm>
            <a:custGeom>
              <a:avLst/>
              <a:gdLst/>
              <a:ahLst/>
              <a:cxnLst/>
              <a:rect l="l" t="t" r="r" b="b"/>
              <a:pathLst>
                <a:path w="2816860" h="3613150">
                  <a:moveTo>
                    <a:pt x="96012" y="195579"/>
                  </a:moveTo>
                  <a:lnTo>
                    <a:pt x="88763" y="195579"/>
                  </a:lnTo>
                  <a:lnTo>
                    <a:pt x="107237" y="170880"/>
                  </a:lnTo>
                  <a:lnTo>
                    <a:pt x="137541" y="137540"/>
                  </a:lnTo>
                  <a:lnTo>
                    <a:pt x="169721" y="108291"/>
                  </a:lnTo>
                  <a:lnTo>
                    <a:pt x="163068" y="119379"/>
                  </a:lnTo>
                  <a:lnTo>
                    <a:pt x="160020" y="119379"/>
                  </a:lnTo>
                  <a:lnTo>
                    <a:pt x="117347" y="170179"/>
                  </a:lnTo>
                  <a:lnTo>
                    <a:pt x="108204" y="170179"/>
                  </a:lnTo>
                  <a:lnTo>
                    <a:pt x="106679" y="182879"/>
                  </a:lnTo>
                  <a:lnTo>
                    <a:pt x="100583" y="182879"/>
                  </a:lnTo>
                  <a:lnTo>
                    <a:pt x="96012" y="195579"/>
                  </a:lnTo>
                  <a:close/>
                </a:path>
                <a:path w="2816860" h="3613150">
                  <a:moveTo>
                    <a:pt x="222512" y="81205"/>
                  </a:moveTo>
                  <a:lnTo>
                    <a:pt x="205684" y="81205"/>
                  </a:lnTo>
                  <a:lnTo>
                    <a:pt x="207019" y="80206"/>
                  </a:lnTo>
                  <a:lnTo>
                    <a:pt x="223861" y="69971"/>
                  </a:lnTo>
                  <a:lnTo>
                    <a:pt x="222632" y="80206"/>
                  </a:lnTo>
                  <a:lnTo>
                    <a:pt x="222512" y="81205"/>
                  </a:lnTo>
                  <a:close/>
                </a:path>
                <a:path w="2816860" h="3613150">
                  <a:moveTo>
                    <a:pt x="187452" y="106679"/>
                  </a:moveTo>
                  <a:lnTo>
                    <a:pt x="171626" y="106679"/>
                  </a:lnTo>
                  <a:lnTo>
                    <a:pt x="205684" y="81205"/>
                  </a:lnTo>
                  <a:lnTo>
                    <a:pt x="204216" y="93979"/>
                  </a:lnTo>
                  <a:lnTo>
                    <a:pt x="190500" y="93979"/>
                  </a:lnTo>
                  <a:lnTo>
                    <a:pt x="187452" y="106679"/>
                  </a:lnTo>
                  <a:close/>
                </a:path>
                <a:path w="2816860" h="3613150">
                  <a:moveTo>
                    <a:pt x="390155" y="17763"/>
                  </a:moveTo>
                  <a:lnTo>
                    <a:pt x="342895" y="17763"/>
                  </a:lnTo>
                  <a:lnTo>
                    <a:pt x="374838" y="9542"/>
                  </a:lnTo>
                  <a:lnTo>
                    <a:pt x="398699" y="5897"/>
                  </a:lnTo>
                  <a:lnTo>
                    <a:pt x="390155" y="17763"/>
                  </a:lnTo>
                  <a:close/>
                </a:path>
                <a:path w="2816860" h="3613150">
                  <a:moveTo>
                    <a:pt x="242316" y="68579"/>
                  </a:moveTo>
                  <a:lnTo>
                    <a:pt x="226150" y="68579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42895" y="17763"/>
                  </a:lnTo>
                  <a:lnTo>
                    <a:pt x="338327" y="30479"/>
                  </a:lnTo>
                  <a:lnTo>
                    <a:pt x="306323" y="30479"/>
                  </a:lnTo>
                  <a:lnTo>
                    <a:pt x="297179" y="43179"/>
                  </a:lnTo>
                  <a:lnTo>
                    <a:pt x="275844" y="43179"/>
                  </a:lnTo>
                  <a:lnTo>
                    <a:pt x="242316" y="68579"/>
                  </a:lnTo>
                  <a:close/>
                </a:path>
                <a:path w="2816860" h="3613150">
                  <a:moveTo>
                    <a:pt x="2412302" y="5079"/>
                  </a:moveTo>
                  <a:lnTo>
                    <a:pt x="404050" y="5079"/>
                  </a:lnTo>
                  <a:lnTo>
                    <a:pt x="421425" y="2425"/>
                  </a:lnTo>
                  <a:lnTo>
                    <a:pt x="469392" y="0"/>
                  </a:lnTo>
                  <a:lnTo>
                    <a:pt x="2346960" y="0"/>
                  </a:lnTo>
                  <a:lnTo>
                    <a:pt x="2394926" y="2425"/>
                  </a:lnTo>
                  <a:lnTo>
                    <a:pt x="2412302" y="5079"/>
                  </a:lnTo>
                  <a:close/>
                </a:path>
                <a:path w="2816860" h="3613150">
                  <a:moveTo>
                    <a:pt x="383036" y="3612733"/>
                  </a:moveTo>
                  <a:lnTo>
                    <a:pt x="377447" y="3611880"/>
                  </a:lnTo>
                  <a:lnTo>
                    <a:pt x="382523" y="3611880"/>
                  </a:lnTo>
                  <a:lnTo>
                    <a:pt x="383036" y="3612733"/>
                  </a:lnTo>
                  <a:close/>
                </a:path>
                <a:path w="2816860" h="3613150">
                  <a:moveTo>
                    <a:pt x="62717" y="3385228"/>
                  </a:moveTo>
                  <a:lnTo>
                    <a:pt x="61533" y="3383280"/>
                  </a:lnTo>
                  <a:lnTo>
                    <a:pt x="62483" y="3383280"/>
                  </a:lnTo>
                  <a:lnTo>
                    <a:pt x="62717" y="3385228"/>
                  </a:lnTo>
                  <a:close/>
                </a:path>
                <a:path w="2816860" h="3613150">
                  <a:moveTo>
                    <a:pt x="19812" y="3286087"/>
                  </a:moveTo>
                  <a:lnTo>
                    <a:pt x="18677" y="3281680"/>
                  </a:lnTo>
                  <a:lnTo>
                    <a:pt x="19812" y="3281680"/>
                  </a:lnTo>
                  <a:lnTo>
                    <a:pt x="19812" y="3286087"/>
                  </a:lnTo>
                  <a:close/>
                </a:path>
                <a:path w="2816860" h="3613150">
                  <a:moveTo>
                    <a:pt x="6095" y="3223625"/>
                  </a:moveTo>
                  <a:lnTo>
                    <a:pt x="5264" y="3218180"/>
                  </a:lnTo>
                  <a:lnTo>
                    <a:pt x="6095" y="3218180"/>
                  </a:lnTo>
                  <a:lnTo>
                    <a:pt x="6095" y="3223625"/>
                  </a:lnTo>
                  <a:close/>
                </a:path>
                <a:path w="2816860" h="3613150">
                  <a:moveTo>
                    <a:pt x="4571" y="3213650"/>
                  </a:moveTo>
                  <a:lnTo>
                    <a:pt x="3323" y="3205480"/>
                  </a:lnTo>
                  <a:lnTo>
                    <a:pt x="4571" y="3205480"/>
                  </a:lnTo>
                  <a:lnTo>
                    <a:pt x="4571" y="3213650"/>
                  </a:lnTo>
                  <a:close/>
                </a:path>
                <a:path w="2816860" h="3613150">
                  <a:moveTo>
                    <a:pt x="3047" y="3203675"/>
                  </a:moveTo>
                  <a:lnTo>
                    <a:pt x="2425" y="3199598"/>
                  </a:lnTo>
                  <a:lnTo>
                    <a:pt x="2080" y="3192780"/>
                  </a:lnTo>
                  <a:lnTo>
                    <a:pt x="3047" y="3192780"/>
                  </a:lnTo>
                  <a:lnTo>
                    <a:pt x="3047" y="3203675"/>
                  </a:lnTo>
                  <a:close/>
                </a:path>
                <a:path w="2816860" h="3613150">
                  <a:moveTo>
                    <a:pt x="1523" y="3181774"/>
                  </a:moveTo>
                  <a:lnTo>
                    <a:pt x="154" y="3154680"/>
                  </a:lnTo>
                  <a:lnTo>
                    <a:pt x="1523" y="3154680"/>
                  </a:lnTo>
                  <a:lnTo>
                    <a:pt x="1523" y="3181774"/>
                  </a:lnTo>
                  <a:close/>
                </a:path>
                <a:path w="2816860" h="3613150">
                  <a:moveTo>
                    <a:pt x="79247" y="220979"/>
                  </a:moveTo>
                  <a:lnTo>
                    <a:pt x="71722" y="220979"/>
                  </a:lnTo>
                  <a:lnTo>
                    <a:pt x="80206" y="207019"/>
                  </a:lnTo>
                  <a:lnTo>
                    <a:pt x="88321" y="196171"/>
                  </a:lnTo>
                  <a:lnTo>
                    <a:pt x="86868" y="208279"/>
                  </a:lnTo>
                  <a:lnTo>
                    <a:pt x="80771" y="208279"/>
                  </a:lnTo>
                  <a:lnTo>
                    <a:pt x="79247" y="220979"/>
                  </a:lnTo>
                  <a:close/>
                </a:path>
                <a:path w="2816860" h="3613150">
                  <a:moveTo>
                    <a:pt x="45736" y="271752"/>
                  </a:moveTo>
                  <a:lnTo>
                    <a:pt x="44138" y="271752"/>
                  </a:lnTo>
                  <a:lnTo>
                    <a:pt x="56684" y="245721"/>
                  </a:lnTo>
                  <a:lnTo>
                    <a:pt x="71722" y="220979"/>
                  </a:lnTo>
                  <a:lnTo>
                    <a:pt x="70104" y="233679"/>
                  </a:lnTo>
                  <a:lnTo>
                    <a:pt x="67056" y="233679"/>
                  </a:lnTo>
                  <a:lnTo>
                    <a:pt x="62483" y="246379"/>
                  </a:lnTo>
                  <a:lnTo>
                    <a:pt x="60960" y="246379"/>
                  </a:lnTo>
                  <a:lnTo>
                    <a:pt x="54864" y="259079"/>
                  </a:lnTo>
                  <a:lnTo>
                    <a:pt x="53339" y="259079"/>
                  </a:lnTo>
                  <a:lnTo>
                    <a:pt x="45736" y="271752"/>
                  </a:lnTo>
                  <a:close/>
                </a:path>
                <a:path w="2816860" h="3613150">
                  <a:moveTo>
                    <a:pt x="19729" y="335258"/>
                  </a:moveTo>
                  <a:lnTo>
                    <a:pt x="21116" y="329867"/>
                  </a:lnTo>
                  <a:lnTo>
                    <a:pt x="36909" y="286750"/>
                  </a:lnTo>
                  <a:lnTo>
                    <a:pt x="38021" y="284442"/>
                  </a:lnTo>
                  <a:lnTo>
                    <a:pt x="36575" y="297179"/>
                  </a:lnTo>
                  <a:lnTo>
                    <a:pt x="33527" y="297179"/>
                  </a:lnTo>
                  <a:lnTo>
                    <a:pt x="32004" y="309879"/>
                  </a:lnTo>
                  <a:lnTo>
                    <a:pt x="28956" y="309879"/>
                  </a:lnTo>
                  <a:lnTo>
                    <a:pt x="19729" y="335258"/>
                  </a:lnTo>
                  <a:close/>
                </a:path>
                <a:path w="2816860" h="3613150">
                  <a:moveTo>
                    <a:pt x="1643" y="436885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19729" y="335258"/>
                  </a:lnTo>
                  <a:lnTo>
                    <a:pt x="18287" y="347979"/>
                  </a:lnTo>
                  <a:lnTo>
                    <a:pt x="16764" y="347979"/>
                  </a:lnTo>
                  <a:lnTo>
                    <a:pt x="12191" y="373379"/>
                  </a:lnTo>
                  <a:lnTo>
                    <a:pt x="10668" y="373379"/>
                  </a:lnTo>
                  <a:lnTo>
                    <a:pt x="9143" y="386079"/>
                  </a:lnTo>
                  <a:lnTo>
                    <a:pt x="4571" y="411479"/>
                  </a:lnTo>
                  <a:lnTo>
                    <a:pt x="1643" y="436885"/>
                  </a:lnTo>
                  <a:close/>
                </a:path>
                <a:path w="2816860" h="3613150">
                  <a:moveTo>
                    <a:pt x="0" y="474979"/>
                  </a:moveTo>
                  <a:lnTo>
                    <a:pt x="0" y="469392"/>
                  </a:lnTo>
                  <a:lnTo>
                    <a:pt x="1643" y="436885"/>
                  </a:lnTo>
                  <a:lnTo>
                    <a:pt x="0" y="474979"/>
                  </a:lnTo>
                  <a:close/>
                </a:path>
                <a:path w="2816860" h="3613150">
                  <a:moveTo>
                    <a:pt x="2473519" y="17779"/>
                  </a:moveTo>
                  <a:lnTo>
                    <a:pt x="2427732" y="17779"/>
                  </a:lnTo>
                  <a:lnTo>
                    <a:pt x="2419365" y="6158"/>
                  </a:lnTo>
                  <a:lnTo>
                    <a:pt x="2441513" y="9542"/>
                  </a:lnTo>
                  <a:lnTo>
                    <a:pt x="2473519" y="17779"/>
                  </a:lnTo>
                  <a:close/>
                </a:path>
                <a:path w="2816860" h="3613150">
                  <a:moveTo>
                    <a:pt x="2512048" y="30479"/>
                  </a:moveTo>
                  <a:lnTo>
                    <a:pt x="2479548" y="30479"/>
                  </a:lnTo>
                  <a:lnTo>
                    <a:pt x="2475125" y="18193"/>
                  </a:lnTo>
                  <a:lnTo>
                    <a:pt x="2486484" y="21116"/>
                  </a:lnTo>
                  <a:lnTo>
                    <a:pt x="2512048" y="30479"/>
                  </a:lnTo>
                  <a:close/>
                </a:path>
                <a:path w="2816860" h="3613150">
                  <a:moveTo>
                    <a:pt x="2590201" y="68579"/>
                  </a:moveTo>
                  <a:lnTo>
                    <a:pt x="2572512" y="68579"/>
                  </a:lnTo>
                  <a:lnTo>
                    <a:pt x="2542032" y="43179"/>
                  </a:lnTo>
                  <a:lnTo>
                    <a:pt x="2519172" y="43179"/>
                  </a:lnTo>
                  <a:lnTo>
                    <a:pt x="2516516" y="32116"/>
                  </a:lnTo>
                  <a:lnTo>
                    <a:pt x="2529602" y="36909"/>
                  </a:lnTo>
                  <a:lnTo>
                    <a:pt x="2570630" y="56684"/>
                  </a:lnTo>
                  <a:lnTo>
                    <a:pt x="2590201" y="68579"/>
                  </a:lnTo>
                  <a:close/>
                </a:path>
                <a:path w="2816860" h="3613150">
                  <a:moveTo>
                    <a:pt x="2610767" y="81279"/>
                  </a:moveTo>
                  <a:lnTo>
                    <a:pt x="2598420" y="81279"/>
                  </a:lnTo>
                  <a:lnTo>
                    <a:pt x="2593198" y="70400"/>
                  </a:lnTo>
                  <a:lnTo>
                    <a:pt x="2609332" y="80206"/>
                  </a:lnTo>
                  <a:lnTo>
                    <a:pt x="2610767" y="81279"/>
                  </a:lnTo>
                  <a:close/>
                </a:path>
                <a:path w="2816860" h="3613150">
                  <a:moveTo>
                    <a:pt x="2644726" y="106679"/>
                  </a:moveTo>
                  <a:lnTo>
                    <a:pt x="2630424" y="106679"/>
                  </a:lnTo>
                  <a:lnTo>
                    <a:pt x="2627376" y="93979"/>
                  </a:lnTo>
                  <a:lnTo>
                    <a:pt x="2613660" y="93979"/>
                  </a:lnTo>
                  <a:lnTo>
                    <a:pt x="2612271" y="82404"/>
                  </a:lnTo>
                  <a:lnTo>
                    <a:pt x="2644726" y="106679"/>
                  </a:lnTo>
                  <a:close/>
                </a:path>
                <a:path w="2816860" h="3613150">
                  <a:moveTo>
                    <a:pt x="2658830" y="119379"/>
                  </a:moveTo>
                  <a:lnTo>
                    <a:pt x="2656332" y="119379"/>
                  </a:lnTo>
                  <a:lnTo>
                    <a:pt x="2651600" y="112808"/>
                  </a:lnTo>
                  <a:lnTo>
                    <a:pt x="2658830" y="119379"/>
                  </a:lnTo>
                  <a:close/>
                </a:path>
                <a:path w="2816860" h="3613150">
                  <a:moveTo>
                    <a:pt x="2682579" y="141686"/>
                  </a:moveTo>
                  <a:lnTo>
                    <a:pt x="2668878" y="128512"/>
                  </a:lnTo>
                  <a:lnTo>
                    <a:pt x="2678811" y="137540"/>
                  </a:lnTo>
                  <a:lnTo>
                    <a:pt x="2682579" y="141686"/>
                  </a:lnTo>
                  <a:close/>
                </a:path>
                <a:path w="2816860" h="3613150">
                  <a:moveTo>
                    <a:pt x="2708477" y="170179"/>
                  </a:moveTo>
                  <a:lnTo>
                    <a:pt x="2699004" y="170179"/>
                  </a:lnTo>
                  <a:lnTo>
                    <a:pt x="2699004" y="159757"/>
                  </a:lnTo>
                  <a:lnTo>
                    <a:pt x="2708477" y="170179"/>
                  </a:lnTo>
                  <a:close/>
                </a:path>
                <a:path w="2816860" h="3613150">
                  <a:moveTo>
                    <a:pt x="2718089" y="182879"/>
                  </a:moveTo>
                  <a:lnTo>
                    <a:pt x="2709672" y="182879"/>
                  </a:lnTo>
                  <a:lnTo>
                    <a:pt x="2709672" y="171625"/>
                  </a:lnTo>
                  <a:lnTo>
                    <a:pt x="2718089" y="182879"/>
                  </a:lnTo>
                  <a:close/>
                </a:path>
                <a:path w="2816860" h="3613150">
                  <a:moveTo>
                    <a:pt x="2727588" y="195579"/>
                  </a:moveTo>
                  <a:lnTo>
                    <a:pt x="2720340" y="195579"/>
                  </a:lnTo>
                  <a:lnTo>
                    <a:pt x="2720340" y="185888"/>
                  </a:lnTo>
                  <a:lnTo>
                    <a:pt x="2727588" y="195579"/>
                  </a:lnTo>
                  <a:close/>
                </a:path>
                <a:path w="2816860" h="3613150">
                  <a:moveTo>
                    <a:pt x="2736911" y="208279"/>
                  </a:moveTo>
                  <a:lnTo>
                    <a:pt x="2729484" y="208279"/>
                  </a:lnTo>
                  <a:lnTo>
                    <a:pt x="2729484" y="198113"/>
                  </a:lnTo>
                  <a:lnTo>
                    <a:pt x="2736145" y="207019"/>
                  </a:lnTo>
                  <a:lnTo>
                    <a:pt x="2736911" y="208279"/>
                  </a:lnTo>
                  <a:close/>
                </a:path>
                <a:path w="2816860" h="3613150">
                  <a:moveTo>
                    <a:pt x="2744629" y="220979"/>
                  </a:moveTo>
                  <a:lnTo>
                    <a:pt x="2737104" y="220979"/>
                  </a:lnTo>
                  <a:lnTo>
                    <a:pt x="2737104" y="208597"/>
                  </a:lnTo>
                  <a:lnTo>
                    <a:pt x="2744629" y="220979"/>
                  </a:lnTo>
                  <a:close/>
                </a:path>
                <a:path w="2816860" h="3613150">
                  <a:moveTo>
                    <a:pt x="2752348" y="233679"/>
                  </a:moveTo>
                  <a:lnTo>
                    <a:pt x="2747772" y="233679"/>
                  </a:lnTo>
                  <a:lnTo>
                    <a:pt x="2746646" y="224297"/>
                  </a:lnTo>
                  <a:lnTo>
                    <a:pt x="2752348" y="233679"/>
                  </a:lnTo>
                  <a:close/>
                </a:path>
                <a:path w="2816860" h="3613150">
                  <a:moveTo>
                    <a:pt x="2759980" y="246371"/>
                  </a:moveTo>
                  <a:lnTo>
                    <a:pt x="2753868" y="246371"/>
                  </a:lnTo>
                  <a:lnTo>
                    <a:pt x="2753868" y="236180"/>
                  </a:lnTo>
                  <a:lnTo>
                    <a:pt x="2759667" y="245721"/>
                  </a:lnTo>
                  <a:lnTo>
                    <a:pt x="2759980" y="246371"/>
                  </a:lnTo>
                  <a:close/>
                </a:path>
                <a:path w="2816860" h="3613150">
                  <a:moveTo>
                    <a:pt x="2766105" y="259079"/>
                  </a:moveTo>
                  <a:lnTo>
                    <a:pt x="2759964" y="259079"/>
                  </a:lnTo>
                  <a:lnTo>
                    <a:pt x="2759980" y="246371"/>
                  </a:lnTo>
                  <a:lnTo>
                    <a:pt x="2766105" y="259079"/>
                  </a:lnTo>
                  <a:close/>
                </a:path>
                <a:path w="2816860" h="3613150">
                  <a:moveTo>
                    <a:pt x="2772227" y="271779"/>
                  </a:moveTo>
                  <a:lnTo>
                    <a:pt x="2767584" y="271779"/>
                  </a:lnTo>
                  <a:lnTo>
                    <a:pt x="2767584" y="262147"/>
                  </a:lnTo>
                  <a:lnTo>
                    <a:pt x="2772227" y="271779"/>
                  </a:lnTo>
                  <a:close/>
                </a:path>
                <a:path w="2816860" h="3613150">
                  <a:moveTo>
                    <a:pt x="2778330" y="284442"/>
                  </a:moveTo>
                  <a:lnTo>
                    <a:pt x="2773680" y="284442"/>
                  </a:lnTo>
                  <a:lnTo>
                    <a:pt x="2773680" y="274794"/>
                  </a:lnTo>
                  <a:lnTo>
                    <a:pt x="2778330" y="284442"/>
                  </a:lnTo>
                  <a:close/>
                </a:path>
                <a:path w="2816860" h="3613150">
                  <a:moveTo>
                    <a:pt x="2783262" y="297179"/>
                  </a:moveTo>
                  <a:lnTo>
                    <a:pt x="2778252" y="297179"/>
                  </a:lnTo>
                  <a:lnTo>
                    <a:pt x="2778330" y="284442"/>
                  </a:lnTo>
                  <a:lnTo>
                    <a:pt x="2779442" y="286750"/>
                  </a:lnTo>
                  <a:lnTo>
                    <a:pt x="2783262" y="297179"/>
                  </a:lnTo>
                  <a:close/>
                </a:path>
                <a:path w="2816860" h="3613150">
                  <a:moveTo>
                    <a:pt x="2787914" y="309879"/>
                  </a:moveTo>
                  <a:lnTo>
                    <a:pt x="2784348" y="309879"/>
                  </a:lnTo>
                  <a:lnTo>
                    <a:pt x="2784348" y="300142"/>
                  </a:lnTo>
                  <a:lnTo>
                    <a:pt x="2787914" y="309879"/>
                  </a:lnTo>
                  <a:close/>
                </a:path>
                <a:path w="2816860" h="3613150">
                  <a:moveTo>
                    <a:pt x="2792566" y="322579"/>
                  </a:moveTo>
                  <a:lnTo>
                    <a:pt x="2788920" y="322579"/>
                  </a:lnTo>
                  <a:lnTo>
                    <a:pt x="2788920" y="312625"/>
                  </a:lnTo>
                  <a:lnTo>
                    <a:pt x="2792566" y="322579"/>
                  </a:lnTo>
                  <a:close/>
                </a:path>
                <a:path w="2816860" h="3613150">
                  <a:moveTo>
                    <a:pt x="2796628" y="335279"/>
                  </a:moveTo>
                  <a:lnTo>
                    <a:pt x="2793492" y="335279"/>
                  </a:lnTo>
                  <a:lnTo>
                    <a:pt x="2793492" y="325108"/>
                  </a:lnTo>
                  <a:lnTo>
                    <a:pt x="2795235" y="329867"/>
                  </a:lnTo>
                  <a:lnTo>
                    <a:pt x="2796628" y="335279"/>
                  </a:lnTo>
                  <a:close/>
                </a:path>
                <a:path w="2816860" h="3613150">
                  <a:moveTo>
                    <a:pt x="2799896" y="347979"/>
                  </a:moveTo>
                  <a:lnTo>
                    <a:pt x="2798064" y="347979"/>
                  </a:lnTo>
                  <a:lnTo>
                    <a:pt x="2798064" y="340858"/>
                  </a:lnTo>
                  <a:lnTo>
                    <a:pt x="2799896" y="347979"/>
                  </a:lnTo>
                  <a:close/>
                </a:path>
                <a:path w="2816860" h="3613150">
                  <a:moveTo>
                    <a:pt x="2803165" y="360679"/>
                  </a:moveTo>
                  <a:lnTo>
                    <a:pt x="2801112" y="360679"/>
                  </a:lnTo>
                  <a:lnTo>
                    <a:pt x="2801112" y="352701"/>
                  </a:lnTo>
                  <a:lnTo>
                    <a:pt x="2803165" y="360679"/>
                  </a:lnTo>
                  <a:close/>
                </a:path>
                <a:path w="2816860" h="3613150">
                  <a:moveTo>
                    <a:pt x="2806433" y="373379"/>
                  </a:moveTo>
                  <a:lnTo>
                    <a:pt x="2804160" y="373379"/>
                  </a:lnTo>
                  <a:lnTo>
                    <a:pt x="2804160" y="364545"/>
                  </a:lnTo>
                  <a:lnTo>
                    <a:pt x="2806433" y="373379"/>
                  </a:lnTo>
                  <a:close/>
                </a:path>
                <a:path w="2816860" h="3613150">
                  <a:moveTo>
                    <a:pt x="2808526" y="386079"/>
                  </a:moveTo>
                  <a:lnTo>
                    <a:pt x="2807208" y="386079"/>
                  </a:lnTo>
                  <a:lnTo>
                    <a:pt x="2807208" y="377448"/>
                  </a:lnTo>
                  <a:lnTo>
                    <a:pt x="2808526" y="386079"/>
                  </a:lnTo>
                  <a:close/>
                </a:path>
                <a:path w="2816860" h="3613150">
                  <a:moveTo>
                    <a:pt x="2810467" y="398779"/>
                  </a:moveTo>
                  <a:lnTo>
                    <a:pt x="2808732" y="398779"/>
                  </a:lnTo>
                  <a:lnTo>
                    <a:pt x="2808732" y="387423"/>
                  </a:lnTo>
                  <a:lnTo>
                    <a:pt x="2810467" y="398779"/>
                  </a:lnTo>
                  <a:close/>
                </a:path>
                <a:path w="2816860" h="3613150">
                  <a:moveTo>
                    <a:pt x="2812407" y="411479"/>
                  </a:moveTo>
                  <a:lnTo>
                    <a:pt x="2811780" y="411479"/>
                  </a:lnTo>
                  <a:lnTo>
                    <a:pt x="2811780" y="407374"/>
                  </a:lnTo>
                  <a:lnTo>
                    <a:pt x="2812407" y="411479"/>
                  </a:lnTo>
                  <a:close/>
                </a:path>
                <a:path w="2816860" h="3613150">
                  <a:moveTo>
                    <a:pt x="2814066" y="424179"/>
                  </a:moveTo>
                  <a:lnTo>
                    <a:pt x="2813304" y="424179"/>
                  </a:lnTo>
                  <a:lnTo>
                    <a:pt x="2813304" y="417349"/>
                  </a:lnTo>
                  <a:lnTo>
                    <a:pt x="2813926" y="421425"/>
                  </a:lnTo>
                  <a:lnTo>
                    <a:pt x="2814066" y="424179"/>
                  </a:lnTo>
                  <a:close/>
                </a:path>
                <a:path w="2816860" h="3613150">
                  <a:moveTo>
                    <a:pt x="2814833" y="3182717"/>
                  </a:moveTo>
                  <a:lnTo>
                    <a:pt x="2816334" y="469392"/>
                  </a:lnTo>
                  <a:lnTo>
                    <a:pt x="2816352" y="3151632"/>
                  </a:lnTo>
                  <a:lnTo>
                    <a:pt x="2814833" y="3182717"/>
                  </a:lnTo>
                  <a:close/>
                </a:path>
                <a:path w="2816860" h="3613150">
                  <a:moveTo>
                    <a:pt x="2434993" y="3612477"/>
                  </a:moveTo>
                  <a:lnTo>
                    <a:pt x="2435352" y="3611880"/>
                  </a:lnTo>
                  <a:lnTo>
                    <a:pt x="2438904" y="3611880"/>
                  </a:lnTo>
                  <a:lnTo>
                    <a:pt x="2434993" y="3612477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457" y="2192075"/>
              <a:ext cx="317556" cy="1973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03655" y="2189988"/>
              <a:ext cx="2212340" cy="3613150"/>
            </a:xfrm>
            <a:custGeom>
              <a:avLst/>
              <a:gdLst/>
              <a:ahLst/>
              <a:cxnLst/>
              <a:rect l="l" t="t" r="r" b="b"/>
              <a:pathLst>
                <a:path w="2212340" h="3613150">
                  <a:moveTo>
                    <a:pt x="203899" y="5079"/>
                  </a:moveTo>
                  <a:lnTo>
                    <a:pt x="221274" y="2425"/>
                  </a:lnTo>
                  <a:lnTo>
                    <a:pt x="269240" y="0"/>
                  </a:lnTo>
                  <a:lnTo>
                    <a:pt x="2146808" y="0"/>
                  </a:lnTo>
                  <a:lnTo>
                    <a:pt x="2194775" y="2425"/>
                  </a:lnTo>
                  <a:lnTo>
                    <a:pt x="2212151" y="5079"/>
                  </a:lnTo>
                </a:path>
                <a:path w="2212340" h="3613150">
                  <a:moveTo>
                    <a:pt x="182885" y="3612733"/>
                  </a:moveTo>
                  <a:lnTo>
                    <a:pt x="177296" y="3611879"/>
                  </a:lnTo>
                </a:path>
                <a:path w="2212340" h="3613150">
                  <a:moveTo>
                    <a:pt x="94070" y="3586851"/>
                  </a:moveTo>
                  <a:lnTo>
                    <a:pt x="93056" y="3586479"/>
                  </a:lnTo>
                </a:path>
                <a:path w="2212340" h="3613150">
                  <a:moveTo>
                    <a:pt x="40675" y="3561363"/>
                  </a:moveTo>
                  <a:lnTo>
                    <a:pt x="40208" y="3561079"/>
                  </a:lnTo>
                </a:path>
                <a:path w="2212340" h="3613150">
                  <a:moveTo>
                    <a:pt x="1239" y="3536607"/>
                  </a:moveTo>
                  <a:lnTo>
                    <a:pt x="0" y="353567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371" y="5467858"/>
              <a:ext cx="84954" cy="1610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3504" y="2386159"/>
              <a:ext cx="88900" cy="3037840"/>
            </a:xfrm>
            <a:custGeom>
              <a:avLst/>
              <a:gdLst/>
              <a:ahLst/>
              <a:cxnLst/>
              <a:rect l="l" t="t" r="r" b="b"/>
              <a:pathLst>
                <a:path w="88900" h="3037840">
                  <a:moveTo>
                    <a:pt x="7620" y="3037429"/>
                  </a:moveTo>
                  <a:lnTo>
                    <a:pt x="7204" y="3034708"/>
                  </a:lnTo>
                </a:path>
                <a:path w="88900" h="3037840">
                  <a:moveTo>
                    <a:pt x="6095" y="3027454"/>
                  </a:moveTo>
                  <a:lnTo>
                    <a:pt x="5264" y="3022008"/>
                  </a:lnTo>
                </a:path>
                <a:path w="88900" h="3037840">
                  <a:moveTo>
                    <a:pt x="4571" y="3017479"/>
                  </a:moveTo>
                  <a:lnTo>
                    <a:pt x="3323" y="3009308"/>
                  </a:lnTo>
                </a:path>
                <a:path w="88900" h="3037840">
                  <a:moveTo>
                    <a:pt x="3047" y="3007504"/>
                  </a:moveTo>
                  <a:lnTo>
                    <a:pt x="2425" y="3003427"/>
                  </a:lnTo>
                  <a:lnTo>
                    <a:pt x="2080" y="2996608"/>
                  </a:lnTo>
                </a:path>
                <a:path w="88900" h="3037840">
                  <a:moveTo>
                    <a:pt x="1523" y="2985603"/>
                  </a:moveTo>
                  <a:lnTo>
                    <a:pt x="154" y="2958508"/>
                  </a:lnTo>
                </a:path>
                <a:path w="88900" h="3037840">
                  <a:moveTo>
                    <a:pt x="0" y="2955461"/>
                  </a:moveTo>
                  <a:lnTo>
                    <a:pt x="0" y="278808"/>
                  </a:lnTo>
                  <a:lnTo>
                    <a:pt x="0" y="273220"/>
                  </a:lnTo>
                  <a:lnTo>
                    <a:pt x="1643" y="240714"/>
                  </a:lnTo>
                  <a:lnTo>
                    <a:pt x="2425" y="225254"/>
                  </a:lnTo>
                  <a:lnTo>
                    <a:pt x="9542" y="178667"/>
                  </a:lnTo>
                  <a:lnTo>
                    <a:pt x="19729" y="139087"/>
                  </a:lnTo>
                  <a:lnTo>
                    <a:pt x="21116" y="133696"/>
                  </a:lnTo>
                  <a:lnTo>
                    <a:pt x="36909" y="90579"/>
                  </a:lnTo>
                  <a:lnTo>
                    <a:pt x="38021" y="88271"/>
                  </a:lnTo>
                  <a:lnTo>
                    <a:pt x="44138" y="75581"/>
                  </a:lnTo>
                  <a:lnTo>
                    <a:pt x="56684" y="49550"/>
                  </a:lnTo>
                  <a:lnTo>
                    <a:pt x="71696" y="24850"/>
                  </a:lnTo>
                  <a:lnTo>
                    <a:pt x="80206" y="10848"/>
                  </a:lnTo>
                  <a:lnTo>
                    <a:pt x="88321" y="0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9059" y="2192337"/>
              <a:ext cx="402321" cy="4256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38497" y="2659380"/>
              <a:ext cx="381635" cy="3143250"/>
            </a:xfrm>
            <a:custGeom>
              <a:avLst/>
              <a:gdLst/>
              <a:ahLst/>
              <a:cxnLst/>
              <a:rect l="l" t="t" r="r" b="b"/>
              <a:pathLst>
                <a:path w="381635" h="3143250">
                  <a:moveTo>
                    <a:pt x="381340" y="0"/>
                  </a:moveTo>
                  <a:lnTo>
                    <a:pt x="381358" y="2682240"/>
                  </a:lnTo>
                  <a:lnTo>
                    <a:pt x="379840" y="2712259"/>
                  </a:lnTo>
                </a:path>
                <a:path w="381635" h="3143250">
                  <a:moveTo>
                    <a:pt x="372218" y="2774188"/>
                  </a:moveTo>
                  <a:lnTo>
                    <a:pt x="371900" y="2776803"/>
                  </a:lnTo>
                </a:path>
                <a:path w="381635" h="3143250">
                  <a:moveTo>
                    <a:pt x="3910" y="3142487"/>
                  </a:moveTo>
                  <a:lnTo>
                    <a:pt x="0" y="3143085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350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2346959" y="3621024"/>
                  </a:move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0350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0" y="469391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139462" y="2831051"/>
            <a:ext cx="174878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1.</a:t>
            </a:r>
            <a:r>
              <a:rPr dirty="0" sz="9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Home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Page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/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Welcome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Portal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3386" y="4999688"/>
            <a:ext cx="225996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Landing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view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highlighting</a:t>
            </a:r>
            <a:r>
              <a:rPr dirty="0" sz="950" spc="-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SDG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3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wellness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objectives,</a:t>
            </a:r>
            <a:r>
              <a:rPr dirty="0" sz="95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core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statistics,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links.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72078" y="2186178"/>
            <a:ext cx="2824480" cy="3629025"/>
            <a:chOff x="3672078" y="2186178"/>
            <a:chExt cx="2824480" cy="3629025"/>
          </a:xfrm>
        </p:grpSpPr>
        <p:sp>
          <p:nvSpPr>
            <p:cNvPr id="17" name="object 17"/>
            <p:cNvSpPr/>
            <p:nvPr/>
          </p:nvSpPr>
          <p:spPr>
            <a:xfrm>
              <a:off x="3675888" y="2189988"/>
              <a:ext cx="2816860" cy="3613150"/>
            </a:xfrm>
            <a:custGeom>
              <a:avLst/>
              <a:gdLst/>
              <a:ahLst/>
              <a:cxnLst/>
              <a:rect l="l" t="t" r="r" b="b"/>
              <a:pathLst>
                <a:path w="2816860" h="3613150">
                  <a:moveTo>
                    <a:pt x="96011" y="195579"/>
                  </a:moveTo>
                  <a:lnTo>
                    <a:pt x="88763" y="195579"/>
                  </a:lnTo>
                  <a:lnTo>
                    <a:pt x="107237" y="170880"/>
                  </a:lnTo>
                  <a:lnTo>
                    <a:pt x="137541" y="137540"/>
                  </a:lnTo>
                  <a:lnTo>
                    <a:pt x="169720" y="108291"/>
                  </a:lnTo>
                  <a:lnTo>
                    <a:pt x="163067" y="119379"/>
                  </a:lnTo>
                  <a:lnTo>
                    <a:pt x="160019" y="119379"/>
                  </a:lnTo>
                  <a:lnTo>
                    <a:pt x="141731" y="144779"/>
                  </a:lnTo>
                  <a:lnTo>
                    <a:pt x="134111" y="144779"/>
                  </a:lnTo>
                  <a:lnTo>
                    <a:pt x="117347" y="170179"/>
                  </a:lnTo>
                  <a:lnTo>
                    <a:pt x="108203" y="170179"/>
                  </a:lnTo>
                  <a:lnTo>
                    <a:pt x="106679" y="182879"/>
                  </a:lnTo>
                  <a:lnTo>
                    <a:pt x="100583" y="182879"/>
                  </a:lnTo>
                  <a:lnTo>
                    <a:pt x="96011" y="195579"/>
                  </a:lnTo>
                  <a:close/>
                </a:path>
                <a:path w="2816860" h="3613150">
                  <a:moveTo>
                    <a:pt x="187451" y="106679"/>
                  </a:moveTo>
                  <a:lnTo>
                    <a:pt x="171626" y="106679"/>
                  </a:lnTo>
                  <a:lnTo>
                    <a:pt x="207019" y="80206"/>
                  </a:lnTo>
                  <a:lnTo>
                    <a:pt x="223860" y="69971"/>
                  </a:lnTo>
                  <a:lnTo>
                    <a:pt x="222503" y="81279"/>
                  </a:lnTo>
                  <a:lnTo>
                    <a:pt x="207263" y="81279"/>
                  </a:lnTo>
                  <a:lnTo>
                    <a:pt x="204215" y="93979"/>
                  </a:lnTo>
                  <a:lnTo>
                    <a:pt x="190500" y="93979"/>
                  </a:lnTo>
                  <a:lnTo>
                    <a:pt x="187451" y="106679"/>
                  </a:lnTo>
                  <a:close/>
                </a:path>
                <a:path w="2816860" h="3613150">
                  <a:moveTo>
                    <a:pt x="242315" y="68579"/>
                  </a:moveTo>
                  <a:lnTo>
                    <a:pt x="226150" y="68579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01364" y="31556"/>
                  </a:lnTo>
                  <a:lnTo>
                    <a:pt x="297179" y="43179"/>
                  </a:lnTo>
                  <a:lnTo>
                    <a:pt x="278892" y="43179"/>
                  </a:lnTo>
                  <a:lnTo>
                    <a:pt x="242315" y="68579"/>
                  </a:lnTo>
                  <a:close/>
                </a:path>
                <a:path w="2816860" h="3613150">
                  <a:moveTo>
                    <a:pt x="390155" y="17763"/>
                  </a:moveTo>
                  <a:lnTo>
                    <a:pt x="342895" y="17763"/>
                  </a:lnTo>
                  <a:lnTo>
                    <a:pt x="374838" y="9542"/>
                  </a:lnTo>
                  <a:lnTo>
                    <a:pt x="398699" y="5897"/>
                  </a:lnTo>
                  <a:lnTo>
                    <a:pt x="390155" y="17763"/>
                  </a:lnTo>
                  <a:close/>
                </a:path>
                <a:path w="2816860" h="3613150">
                  <a:moveTo>
                    <a:pt x="338327" y="30479"/>
                  </a:moveTo>
                  <a:lnTo>
                    <a:pt x="304304" y="30479"/>
                  </a:lnTo>
                  <a:lnTo>
                    <a:pt x="329867" y="21116"/>
                  </a:lnTo>
                  <a:lnTo>
                    <a:pt x="342895" y="17763"/>
                  </a:lnTo>
                  <a:lnTo>
                    <a:pt x="338327" y="30479"/>
                  </a:lnTo>
                  <a:close/>
                </a:path>
                <a:path w="2816860" h="3613150">
                  <a:moveTo>
                    <a:pt x="2412302" y="5079"/>
                  </a:moveTo>
                  <a:lnTo>
                    <a:pt x="404050" y="5079"/>
                  </a:lnTo>
                  <a:lnTo>
                    <a:pt x="421425" y="2425"/>
                  </a:lnTo>
                  <a:lnTo>
                    <a:pt x="469392" y="0"/>
                  </a:lnTo>
                  <a:lnTo>
                    <a:pt x="2346960" y="0"/>
                  </a:lnTo>
                  <a:lnTo>
                    <a:pt x="2394926" y="2425"/>
                  </a:lnTo>
                  <a:lnTo>
                    <a:pt x="2412302" y="5079"/>
                  </a:lnTo>
                  <a:close/>
                </a:path>
                <a:path w="2816860" h="3613150">
                  <a:moveTo>
                    <a:pt x="383036" y="3612733"/>
                  </a:moveTo>
                  <a:lnTo>
                    <a:pt x="377447" y="3611880"/>
                  </a:lnTo>
                  <a:lnTo>
                    <a:pt x="382523" y="3611880"/>
                  </a:lnTo>
                  <a:lnTo>
                    <a:pt x="383036" y="3612733"/>
                  </a:lnTo>
                  <a:close/>
                </a:path>
                <a:path w="2816860" h="3613150">
                  <a:moveTo>
                    <a:pt x="19811" y="3286087"/>
                  </a:moveTo>
                  <a:lnTo>
                    <a:pt x="18677" y="3281680"/>
                  </a:lnTo>
                  <a:lnTo>
                    <a:pt x="19811" y="3281680"/>
                  </a:lnTo>
                  <a:lnTo>
                    <a:pt x="19811" y="3286087"/>
                  </a:lnTo>
                  <a:close/>
                </a:path>
                <a:path w="2816860" h="3613150">
                  <a:moveTo>
                    <a:pt x="6095" y="3223624"/>
                  </a:moveTo>
                  <a:lnTo>
                    <a:pt x="5264" y="3218180"/>
                  </a:lnTo>
                  <a:lnTo>
                    <a:pt x="6095" y="3218180"/>
                  </a:lnTo>
                  <a:lnTo>
                    <a:pt x="6095" y="3223624"/>
                  </a:lnTo>
                  <a:close/>
                </a:path>
                <a:path w="2816860" h="3613150">
                  <a:moveTo>
                    <a:pt x="4571" y="3213649"/>
                  </a:moveTo>
                  <a:lnTo>
                    <a:pt x="3323" y="3205480"/>
                  </a:lnTo>
                  <a:lnTo>
                    <a:pt x="4571" y="3205480"/>
                  </a:lnTo>
                  <a:lnTo>
                    <a:pt x="4571" y="3213649"/>
                  </a:lnTo>
                  <a:close/>
                </a:path>
                <a:path w="2816860" h="3613150">
                  <a:moveTo>
                    <a:pt x="3047" y="3203673"/>
                  </a:moveTo>
                  <a:lnTo>
                    <a:pt x="2425" y="3199598"/>
                  </a:lnTo>
                  <a:lnTo>
                    <a:pt x="2080" y="3192780"/>
                  </a:lnTo>
                  <a:lnTo>
                    <a:pt x="3047" y="3192780"/>
                  </a:lnTo>
                  <a:lnTo>
                    <a:pt x="3047" y="3203673"/>
                  </a:lnTo>
                  <a:close/>
                </a:path>
                <a:path w="2816860" h="3613150">
                  <a:moveTo>
                    <a:pt x="1523" y="3181770"/>
                  </a:moveTo>
                  <a:lnTo>
                    <a:pt x="154" y="3154680"/>
                  </a:lnTo>
                  <a:lnTo>
                    <a:pt x="1523" y="3154680"/>
                  </a:lnTo>
                  <a:lnTo>
                    <a:pt x="1523" y="3181770"/>
                  </a:lnTo>
                  <a:close/>
                </a:path>
                <a:path w="2816860" h="3613150">
                  <a:moveTo>
                    <a:pt x="79247" y="220979"/>
                  </a:moveTo>
                  <a:lnTo>
                    <a:pt x="71722" y="220979"/>
                  </a:lnTo>
                  <a:lnTo>
                    <a:pt x="80206" y="207019"/>
                  </a:lnTo>
                  <a:lnTo>
                    <a:pt x="88321" y="196171"/>
                  </a:lnTo>
                  <a:lnTo>
                    <a:pt x="86867" y="208279"/>
                  </a:lnTo>
                  <a:lnTo>
                    <a:pt x="80771" y="208279"/>
                  </a:lnTo>
                  <a:lnTo>
                    <a:pt x="79247" y="220979"/>
                  </a:lnTo>
                  <a:close/>
                </a:path>
                <a:path w="2816860" h="3613150">
                  <a:moveTo>
                    <a:pt x="45736" y="271752"/>
                  </a:moveTo>
                  <a:lnTo>
                    <a:pt x="44138" y="271752"/>
                  </a:lnTo>
                  <a:lnTo>
                    <a:pt x="56684" y="245721"/>
                  </a:lnTo>
                  <a:lnTo>
                    <a:pt x="71722" y="220979"/>
                  </a:lnTo>
                  <a:lnTo>
                    <a:pt x="70103" y="233679"/>
                  </a:lnTo>
                  <a:lnTo>
                    <a:pt x="67055" y="233679"/>
                  </a:lnTo>
                  <a:lnTo>
                    <a:pt x="62483" y="246379"/>
                  </a:lnTo>
                  <a:lnTo>
                    <a:pt x="60959" y="246379"/>
                  </a:lnTo>
                  <a:lnTo>
                    <a:pt x="54863" y="259079"/>
                  </a:lnTo>
                  <a:lnTo>
                    <a:pt x="53339" y="259079"/>
                  </a:lnTo>
                  <a:lnTo>
                    <a:pt x="45736" y="271752"/>
                  </a:lnTo>
                  <a:close/>
                </a:path>
                <a:path w="2816860" h="3613150">
                  <a:moveTo>
                    <a:pt x="19729" y="335258"/>
                  </a:moveTo>
                  <a:lnTo>
                    <a:pt x="21116" y="329867"/>
                  </a:lnTo>
                  <a:lnTo>
                    <a:pt x="36909" y="286750"/>
                  </a:lnTo>
                  <a:lnTo>
                    <a:pt x="38021" y="284442"/>
                  </a:lnTo>
                  <a:lnTo>
                    <a:pt x="36575" y="297179"/>
                  </a:lnTo>
                  <a:lnTo>
                    <a:pt x="33527" y="297179"/>
                  </a:lnTo>
                  <a:lnTo>
                    <a:pt x="32003" y="309879"/>
                  </a:lnTo>
                  <a:lnTo>
                    <a:pt x="28955" y="309879"/>
                  </a:lnTo>
                  <a:lnTo>
                    <a:pt x="19729" y="335258"/>
                  </a:lnTo>
                  <a:close/>
                </a:path>
                <a:path w="2816860" h="3613150">
                  <a:moveTo>
                    <a:pt x="1643" y="436885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19729" y="335258"/>
                  </a:lnTo>
                  <a:lnTo>
                    <a:pt x="18287" y="347979"/>
                  </a:lnTo>
                  <a:lnTo>
                    <a:pt x="16763" y="347979"/>
                  </a:lnTo>
                  <a:lnTo>
                    <a:pt x="12191" y="373379"/>
                  </a:lnTo>
                  <a:lnTo>
                    <a:pt x="10667" y="373379"/>
                  </a:lnTo>
                  <a:lnTo>
                    <a:pt x="9143" y="386079"/>
                  </a:lnTo>
                  <a:lnTo>
                    <a:pt x="4571" y="411479"/>
                  </a:lnTo>
                  <a:lnTo>
                    <a:pt x="1643" y="436885"/>
                  </a:lnTo>
                  <a:close/>
                </a:path>
                <a:path w="2816860" h="3613150">
                  <a:moveTo>
                    <a:pt x="0" y="474979"/>
                  </a:moveTo>
                  <a:lnTo>
                    <a:pt x="0" y="469392"/>
                  </a:lnTo>
                  <a:lnTo>
                    <a:pt x="1643" y="436885"/>
                  </a:lnTo>
                  <a:lnTo>
                    <a:pt x="0" y="474979"/>
                  </a:lnTo>
                  <a:close/>
                </a:path>
                <a:path w="2816860" h="3613150">
                  <a:moveTo>
                    <a:pt x="2473519" y="17779"/>
                  </a:moveTo>
                  <a:lnTo>
                    <a:pt x="2427731" y="17779"/>
                  </a:lnTo>
                  <a:lnTo>
                    <a:pt x="2419365" y="6158"/>
                  </a:lnTo>
                  <a:lnTo>
                    <a:pt x="2441513" y="9542"/>
                  </a:lnTo>
                  <a:lnTo>
                    <a:pt x="2473519" y="17779"/>
                  </a:lnTo>
                  <a:close/>
                </a:path>
                <a:path w="2816860" h="3613150">
                  <a:moveTo>
                    <a:pt x="2512048" y="30479"/>
                  </a:moveTo>
                  <a:lnTo>
                    <a:pt x="2479547" y="30479"/>
                  </a:lnTo>
                  <a:lnTo>
                    <a:pt x="2475124" y="18193"/>
                  </a:lnTo>
                  <a:lnTo>
                    <a:pt x="2486484" y="21116"/>
                  </a:lnTo>
                  <a:lnTo>
                    <a:pt x="2512048" y="30479"/>
                  </a:lnTo>
                  <a:close/>
                </a:path>
                <a:path w="2816860" h="3613150">
                  <a:moveTo>
                    <a:pt x="2590201" y="68579"/>
                  </a:moveTo>
                  <a:lnTo>
                    <a:pt x="2572512" y="68579"/>
                  </a:lnTo>
                  <a:lnTo>
                    <a:pt x="2542031" y="43179"/>
                  </a:lnTo>
                  <a:lnTo>
                    <a:pt x="2519172" y="43179"/>
                  </a:lnTo>
                  <a:lnTo>
                    <a:pt x="2516517" y="32116"/>
                  </a:lnTo>
                  <a:lnTo>
                    <a:pt x="2529602" y="36909"/>
                  </a:lnTo>
                  <a:lnTo>
                    <a:pt x="2570630" y="56684"/>
                  </a:lnTo>
                  <a:lnTo>
                    <a:pt x="2590201" y="68579"/>
                  </a:lnTo>
                  <a:close/>
                </a:path>
                <a:path w="2816860" h="3613150">
                  <a:moveTo>
                    <a:pt x="2610767" y="81279"/>
                  </a:moveTo>
                  <a:lnTo>
                    <a:pt x="2598419" y="81279"/>
                  </a:lnTo>
                  <a:lnTo>
                    <a:pt x="2593198" y="70400"/>
                  </a:lnTo>
                  <a:lnTo>
                    <a:pt x="2609332" y="80206"/>
                  </a:lnTo>
                  <a:lnTo>
                    <a:pt x="2610767" y="81279"/>
                  </a:lnTo>
                  <a:close/>
                </a:path>
                <a:path w="2816860" h="3613150">
                  <a:moveTo>
                    <a:pt x="2644726" y="106679"/>
                  </a:moveTo>
                  <a:lnTo>
                    <a:pt x="2630424" y="106679"/>
                  </a:lnTo>
                  <a:lnTo>
                    <a:pt x="2627376" y="93979"/>
                  </a:lnTo>
                  <a:lnTo>
                    <a:pt x="2613660" y="93979"/>
                  </a:lnTo>
                  <a:lnTo>
                    <a:pt x="2612270" y="82404"/>
                  </a:lnTo>
                  <a:lnTo>
                    <a:pt x="2644726" y="106679"/>
                  </a:lnTo>
                  <a:close/>
                </a:path>
                <a:path w="2816860" h="3613150">
                  <a:moveTo>
                    <a:pt x="2658830" y="119379"/>
                  </a:moveTo>
                  <a:lnTo>
                    <a:pt x="2648712" y="119379"/>
                  </a:lnTo>
                  <a:lnTo>
                    <a:pt x="2645888" y="107616"/>
                  </a:lnTo>
                  <a:lnTo>
                    <a:pt x="2658830" y="119379"/>
                  </a:lnTo>
                  <a:close/>
                </a:path>
                <a:path w="2816860" h="3613150">
                  <a:moveTo>
                    <a:pt x="2682579" y="141686"/>
                  </a:moveTo>
                  <a:lnTo>
                    <a:pt x="2668877" y="128511"/>
                  </a:lnTo>
                  <a:lnTo>
                    <a:pt x="2678811" y="137540"/>
                  </a:lnTo>
                  <a:lnTo>
                    <a:pt x="2682579" y="141686"/>
                  </a:lnTo>
                  <a:close/>
                </a:path>
                <a:path w="2816860" h="3613150">
                  <a:moveTo>
                    <a:pt x="2718089" y="182879"/>
                  </a:moveTo>
                  <a:lnTo>
                    <a:pt x="2708147" y="182879"/>
                  </a:lnTo>
                  <a:lnTo>
                    <a:pt x="2708147" y="170179"/>
                  </a:lnTo>
                  <a:lnTo>
                    <a:pt x="2699004" y="170179"/>
                  </a:lnTo>
                  <a:lnTo>
                    <a:pt x="2699004" y="159757"/>
                  </a:lnTo>
                  <a:lnTo>
                    <a:pt x="2709114" y="170880"/>
                  </a:lnTo>
                  <a:lnTo>
                    <a:pt x="2718089" y="182879"/>
                  </a:lnTo>
                  <a:close/>
                </a:path>
                <a:path w="2816860" h="3613150">
                  <a:moveTo>
                    <a:pt x="2727588" y="195579"/>
                  </a:moveTo>
                  <a:lnTo>
                    <a:pt x="2720340" y="195579"/>
                  </a:lnTo>
                  <a:lnTo>
                    <a:pt x="2720340" y="185888"/>
                  </a:lnTo>
                  <a:lnTo>
                    <a:pt x="2727588" y="195579"/>
                  </a:lnTo>
                  <a:close/>
                </a:path>
                <a:path w="2816860" h="3613150">
                  <a:moveTo>
                    <a:pt x="2736911" y="208279"/>
                  </a:moveTo>
                  <a:lnTo>
                    <a:pt x="2727960" y="208279"/>
                  </a:lnTo>
                  <a:lnTo>
                    <a:pt x="2727960" y="196076"/>
                  </a:lnTo>
                  <a:lnTo>
                    <a:pt x="2736145" y="207019"/>
                  </a:lnTo>
                  <a:lnTo>
                    <a:pt x="2736911" y="208279"/>
                  </a:lnTo>
                  <a:close/>
                </a:path>
                <a:path w="2816860" h="3613150">
                  <a:moveTo>
                    <a:pt x="2744629" y="220979"/>
                  </a:moveTo>
                  <a:lnTo>
                    <a:pt x="2738628" y="220979"/>
                  </a:lnTo>
                  <a:lnTo>
                    <a:pt x="2737151" y="208675"/>
                  </a:lnTo>
                  <a:lnTo>
                    <a:pt x="2744629" y="220979"/>
                  </a:lnTo>
                  <a:close/>
                </a:path>
                <a:path w="2816860" h="3613150">
                  <a:moveTo>
                    <a:pt x="2752348" y="233679"/>
                  </a:moveTo>
                  <a:lnTo>
                    <a:pt x="2747772" y="233679"/>
                  </a:lnTo>
                  <a:lnTo>
                    <a:pt x="2746646" y="224297"/>
                  </a:lnTo>
                  <a:lnTo>
                    <a:pt x="2752348" y="233679"/>
                  </a:lnTo>
                  <a:close/>
                </a:path>
                <a:path w="2816860" h="3613150">
                  <a:moveTo>
                    <a:pt x="2759980" y="246371"/>
                  </a:moveTo>
                  <a:lnTo>
                    <a:pt x="2753867" y="246371"/>
                  </a:lnTo>
                  <a:lnTo>
                    <a:pt x="2753867" y="236179"/>
                  </a:lnTo>
                  <a:lnTo>
                    <a:pt x="2759667" y="245721"/>
                  </a:lnTo>
                  <a:lnTo>
                    <a:pt x="2759980" y="246371"/>
                  </a:lnTo>
                  <a:close/>
                </a:path>
                <a:path w="2816860" h="3613150">
                  <a:moveTo>
                    <a:pt x="2766105" y="259079"/>
                  </a:moveTo>
                  <a:lnTo>
                    <a:pt x="2759963" y="259079"/>
                  </a:lnTo>
                  <a:lnTo>
                    <a:pt x="2759980" y="246371"/>
                  </a:lnTo>
                  <a:lnTo>
                    <a:pt x="2766105" y="259079"/>
                  </a:lnTo>
                  <a:close/>
                </a:path>
                <a:path w="2816860" h="3613150">
                  <a:moveTo>
                    <a:pt x="2772227" y="271779"/>
                  </a:moveTo>
                  <a:lnTo>
                    <a:pt x="2767583" y="271779"/>
                  </a:lnTo>
                  <a:lnTo>
                    <a:pt x="2767583" y="262146"/>
                  </a:lnTo>
                  <a:lnTo>
                    <a:pt x="2772227" y="271779"/>
                  </a:lnTo>
                  <a:close/>
                </a:path>
                <a:path w="2816860" h="3613150">
                  <a:moveTo>
                    <a:pt x="2778330" y="284442"/>
                  </a:moveTo>
                  <a:lnTo>
                    <a:pt x="2773679" y="284442"/>
                  </a:lnTo>
                  <a:lnTo>
                    <a:pt x="2773679" y="274794"/>
                  </a:lnTo>
                  <a:lnTo>
                    <a:pt x="2778330" y="284442"/>
                  </a:lnTo>
                  <a:close/>
                </a:path>
                <a:path w="2816860" h="3613150">
                  <a:moveTo>
                    <a:pt x="2783262" y="297179"/>
                  </a:moveTo>
                  <a:lnTo>
                    <a:pt x="2778251" y="297179"/>
                  </a:lnTo>
                  <a:lnTo>
                    <a:pt x="2778330" y="284442"/>
                  </a:lnTo>
                  <a:lnTo>
                    <a:pt x="2779442" y="286750"/>
                  </a:lnTo>
                  <a:lnTo>
                    <a:pt x="2783262" y="297179"/>
                  </a:lnTo>
                  <a:close/>
                </a:path>
                <a:path w="2816860" h="3613150">
                  <a:moveTo>
                    <a:pt x="2787914" y="309879"/>
                  </a:moveTo>
                  <a:lnTo>
                    <a:pt x="2784347" y="309879"/>
                  </a:lnTo>
                  <a:lnTo>
                    <a:pt x="2784347" y="300142"/>
                  </a:lnTo>
                  <a:lnTo>
                    <a:pt x="2787914" y="309879"/>
                  </a:lnTo>
                  <a:close/>
                </a:path>
                <a:path w="2816860" h="3613150">
                  <a:moveTo>
                    <a:pt x="2792566" y="322579"/>
                  </a:moveTo>
                  <a:lnTo>
                    <a:pt x="2788919" y="322579"/>
                  </a:lnTo>
                  <a:lnTo>
                    <a:pt x="2788919" y="312624"/>
                  </a:lnTo>
                  <a:lnTo>
                    <a:pt x="2792566" y="322579"/>
                  </a:lnTo>
                  <a:close/>
                </a:path>
                <a:path w="2816860" h="3613150">
                  <a:moveTo>
                    <a:pt x="2796628" y="335279"/>
                  </a:moveTo>
                  <a:lnTo>
                    <a:pt x="2793492" y="335279"/>
                  </a:lnTo>
                  <a:lnTo>
                    <a:pt x="2793492" y="325107"/>
                  </a:lnTo>
                  <a:lnTo>
                    <a:pt x="2795235" y="329867"/>
                  </a:lnTo>
                  <a:lnTo>
                    <a:pt x="2796628" y="335279"/>
                  </a:lnTo>
                  <a:close/>
                </a:path>
                <a:path w="2816860" h="3613150">
                  <a:moveTo>
                    <a:pt x="2799896" y="347979"/>
                  </a:moveTo>
                  <a:lnTo>
                    <a:pt x="2798063" y="347979"/>
                  </a:lnTo>
                  <a:lnTo>
                    <a:pt x="2798063" y="340857"/>
                  </a:lnTo>
                  <a:lnTo>
                    <a:pt x="2799896" y="347979"/>
                  </a:lnTo>
                  <a:close/>
                </a:path>
                <a:path w="2816860" h="3613150">
                  <a:moveTo>
                    <a:pt x="2803165" y="360679"/>
                  </a:moveTo>
                  <a:lnTo>
                    <a:pt x="2801112" y="360679"/>
                  </a:lnTo>
                  <a:lnTo>
                    <a:pt x="2801112" y="352701"/>
                  </a:lnTo>
                  <a:lnTo>
                    <a:pt x="2803165" y="360679"/>
                  </a:lnTo>
                  <a:close/>
                </a:path>
                <a:path w="2816860" h="3613150">
                  <a:moveTo>
                    <a:pt x="2806433" y="373379"/>
                  </a:moveTo>
                  <a:lnTo>
                    <a:pt x="2804160" y="373379"/>
                  </a:lnTo>
                  <a:lnTo>
                    <a:pt x="2804160" y="364544"/>
                  </a:lnTo>
                  <a:lnTo>
                    <a:pt x="2806433" y="373379"/>
                  </a:lnTo>
                  <a:close/>
                </a:path>
                <a:path w="2816860" h="3613150">
                  <a:moveTo>
                    <a:pt x="2808526" y="386079"/>
                  </a:moveTo>
                  <a:lnTo>
                    <a:pt x="2807208" y="386079"/>
                  </a:lnTo>
                  <a:lnTo>
                    <a:pt x="2807208" y="377449"/>
                  </a:lnTo>
                  <a:lnTo>
                    <a:pt x="2808526" y="386079"/>
                  </a:lnTo>
                  <a:close/>
                </a:path>
                <a:path w="2816860" h="3613150">
                  <a:moveTo>
                    <a:pt x="2810467" y="398779"/>
                  </a:moveTo>
                  <a:lnTo>
                    <a:pt x="2808731" y="398779"/>
                  </a:lnTo>
                  <a:lnTo>
                    <a:pt x="2808731" y="387422"/>
                  </a:lnTo>
                  <a:lnTo>
                    <a:pt x="2810467" y="398779"/>
                  </a:lnTo>
                  <a:close/>
                </a:path>
                <a:path w="2816860" h="3613150">
                  <a:moveTo>
                    <a:pt x="2812407" y="411479"/>
                  </a:moveTo>
                  <a:lnTo>
                    <a:pt x="2811779" y="411479"/>
                  </a:lnTo>
                  <a:lnTo>
                    <a:pt x="2811779" y="407373"/>
                  </a:lnTo>
                  <a:lnTo>
                    <a:pt x="2812407" y="411479"/>
                  </a:lnTo>
                  <a:close/>
                </a:path>
                <a:path w="2816860" h="3613150">
                  <a:moveTo>
                    <a:pt x="2814066" y="424179"/>
                  </a:moveTo>
                  <a:lnTo>
                    <a:pt x="2813304" y="424179"/>
                  </a:lnTo>
                  <a:lnTo>
                    <a:pt x="2813304" y="417350"/>
                  </a:lnTo>
                  <a:lnTo>
                    <a:pt x="2813926" y="421425"/>
                  </a:lnTo>
                  <a:lnTo>
                    <a:pt x="2814066" y="424179"/>
                  </a:lnTo>
                  <a:close/>
                </a:path>
                <a:path w="2816860" h="3613150">
                  <a:moveTo>
                    <a:pt x="2814833" y="3182719"/>
                  </a:moveTo>
                  <a:lnTo>
                    <a:pt x="2816333" y="469392"/>
                  </a:lnTo>
                  <a:lnTo>
                    <a:pt x="2816352" y="3151632"/>
                  </a:lnTo>
                  <a:lnTo>
                    <a:pt x="2814833" y="3182719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0841" y="2192075"/>
              <a:ext cx="317555" cy="1973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76039" y="2189988"/>
              <a:ext cx="2212340" cy="3613150"/>
            </a:xfrm>
            <a:custGeom>
              <a:avLst/>
              <a:gdLst/>
              <a:ahLst/>
              <a:cxnLst/>
              <a:rect l="l" t="t" r="r" b="b"/>
              <a:pathLst>
                <a:path w="2212340" h="3613150">
                  <a:moveTo>
                    <a:pt x="203899" y="5079"/>
                  </a:moveTo>
                  <a:lnTo>
                    <a:pt x="221274" y="2425"/>
                  </a:lnTo>
                  <a:lnTo>
                    <a:pt x="269240" y="0"/>
                  </a:lnTo>
                  <a:lnTo>
                    <a:pt x="2146808" y="0"/>
                  </a:lnTo>
                  <a:lnTo>
                    <a:pt x="2194775" y="2425"/>
                  </a:lnTo>
                  <a:lnTo>
                    <a:pt x="2212151" y="5079"/>
                  </a:lnTo>
                </a:path>
                <a:path w="2212340" h="3613150">
                  <a:moveTo>
                    <a:pt x="182885" y="3612733"/>
                  </a:moveTo>
                  <a:lnTo>
                    <a:pt x="177296" y="3611879"/>
                  </a:lnTo>
                </a:path>
                <a:path w="2212340" h="3613150">
                  <a:moveTo>
                    <a:pt x="94069" y="3586851"/>
                  </a:moveTo>
                  <a:lnTo>
                    <a:pt x="93056" y="3586479"/>
                  </a:lnTo>
                </a:path>
                <a:path w="2212340" h="3613150">
                  <a:moveTo>
                    <a:pt x="40675" y="3561363"/>
                  </a:moveTo>
                  <a:lnTo>
                    <a:pt x="40208" y="3561079"/>
                  </a:lnTo>
                </a:path>
                <a:path w="2212340" h="3613150">
                  <a:moveTo>
                    <a:pt x="1239" y="3536606"/>
                  </a:moveTo>
                  <a:lnTo>
                    <a:pt x="0" y="353567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0756" y="5467858"/>
              <a:ext cx="84954" cy="16107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75888" y="2386159"/>
              <a:ext cx="88900" cy="3037840"/>
            </a:xfrm>
            <a:custGeom>
              <a:avLst/>
              <a:gdLst/>
              <a:ahLst/>
              <a:cxnLst/>
              <a:rect l="l" t="t" r="r" b="b"/>
              <a:pathLst>
                <a:path w="88900" h="3037840">
                  <a:moveTo>
                    <a:pt x="7619" y="3037428"/>
                  </a:moveTo>
                  <a:lnTo>
                    <a:pt x="7204" y="3034708"/>
                  </a:lnTo>
                </a:path>
                <a:path w="88900" h="3037840">
                  <a:moveTo>
                    <a:pt x="6095" y="3027453"/>
                  </a:moveTo>
                  <a:lnTo>
                    <a:pt x="5264" y="3022008"/>
                  </a:lnTo>
                </a:path>
                <a:path w="88900" h="3037840">
                  <a:moveTo>
                    <a:pt x="4571" y="3017478"/>
                  </a:moveTo>
                  <a:lnTo>
                    <a:pt x="3323" y="3009308"/>
                  </a:lnTo>
                </a:path>
                <a:path w="88900" h="3037840">
                  <a:moveTo>
                    <a:pt x="3047" y="3007502"/>
                  </a:moveTo>
                  <a:lnTo>
                    <a:pt x="2425" y="3003427"/>
                  </a:lnTo>
                  <a:lnTo>
                    <a:pt x="2080" y="2996608"/>
                  </a:lnTo>
                </a:path>
                <a:path w="88900" h="3037840">
                  <a:moveTo>
                    <a:pt x="1523" y="2985599"/>
                  </a:moveTo>
                  <a:lnTo>
                    <a:pt x="154" y="2958508"/>
                  </a:lnTo>
                </a:path>
                <a:path w="88900" h="3037840">
                  <a:moveTo>
                    <a:pt x="0" y="2955461"/>
                  </a:moveTo>
                  <a:lnTo>
                    <a:pt x="0" y="278808"/>
                  </a:lnTo>
                  <a:lnTo>
                    <a:pt x="0" y="273220"/>
                  </a:lnTo>
                  <a:lnTo>
                    <a:pt x="1643" y="240714"/>
                  </a:lnTo>
                  <a:lnTo>
                    <a:pt x="2425" y="225254"/>
                  </a:lnTo>
                  <a:lnTo>
                    <a:pt x="9542" y="178667"/>
                  </a:lnTo>
                  <a:lnTo>
                    <a:pt x="19729" y="139087"/>
                  </a:lnTo>
                  <a:lnTo>
                    <a:pt x="21116" y="133696"/>
                  </a:lnTo>
                  <a:lnTo>
                    <a:pt x="36909" y="90579"/>
                  </a:lnTo>
                  <a:lnTo>
                    <a:pt x="56684" y="49550"/>
                  </a:lnTo>
                  <a:lnTo>
                    <a:pt x="80206" y="10848"/>
                  </a:lnTo>
                  <a:lnTo>
                    <a:pt x="88321" y="0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91443" y="2192337"/>
              <a:ext cx="402320" cy="42564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82785" y="2659380"/>
              <a:ext cx="9525" cy="2776855"/>
            </a:xfrm>
            <a:custGeom>
              <a:avLst/>
              <a:gdLst/>
              <a:ahLst/>
              <a:cxnLst/>
              <a:rect l="l" t="t" r="r" b="b"/>
              <a:pathLst>
                <a:path w="9525" h="2776854">
                  <a:moveTo>
                    <a:pt x="9436" y="0"/>
                  </a:moveTo>
                  <a:lnTo>
                    <a:pt x="9454" y="2682240"/>
                  </a:lnTo>
                  <a:lnTo>
                    <a:pt x="7937" y="2712262"/>
                  </a:lnTo>
                </a:path>
                <a:path w="9525" h="2776854">
                  <a:moveTo>
                    <a:pt x="314" y="2774188"/>
                  </a:moveTo>
                  <a:lnTo>
                    <a:pt x="0" y="2776804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75888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2346959" y="3621024"/>
                  </a:move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75888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0" y="469391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417544" y="2831051"/>
            <a:ext cx="133286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2.</a:t>
            </a:r>
            <a:r>
              <a:rPr dirty="0" sz="9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Main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User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Dashboard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72528" y="4854888"/>
            <a:ext cx="222377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Central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hub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showcasing</a:t>
            </a:r>
            <a:r>
              <a:rPr dirty="0" sz="950" spc="-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today's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reminders list,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habit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tracking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dials,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AI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95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Score.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34733" y="2186178"/>
            <a:ext cx="2824480" cy="3629025"/>
            <a:chOff x="6634733" y="2186178"/>
            <a:chExt cx="2824480" cy="3629025"/>
          </a:xfrm>
        </p:grpSpPr>
        <p:sp>
          <p:nvSpPr>
            <p:cNvPr id="29" name="object 29"/>
            <p:cNvSpPr/>
            <p:nvPr/>
          </p:nvSpPr>
          <p:spPr>
            <a:xfrm>
              <a:off x="6638543" y="2189988"/>
              <a:ext cx="2816860" cy="3613150"/>
            </a:xfrm>
            <a:custGeom>
              <a:avLst/>
              <a:gdLst/>
              <a:ahLst/>
              <a:cxnLst/>
              <a:rect l="l" t="t" r="r" b="b"/>
              <a:pathLst>
                <a:path w="2816859" h="3613150">
                  <a:moveTo>
                    <a:pt x="96011" y="195579"/>
                  </a:moveTo>
                  <a:lnTo>
                    <a:pt x="88763" y="195579"/>
                  </a:lnTo>
                  <a:lnTo>
                    <a:pt x="107237" y="170880"/>
                  </a:lnTo>
                  <a:lnTo>
                    <a:pt x="137541" y="137540"/>
                  </a:lnTo>
                  <a:lnTo>
                    <a:pt x="169720" y="108291"/>
                  </a:lnTo>
                  <a:lnTo>
                    <a:pt x="163067" y="119379"/>
                  </a:lnTo>
                  <a:lnTo>
                    <a:pt x="160019" y="119379"/>
                  </a:lnTo>
                  <a:lnTo>
                    <a:pt x="117348" y="170179"/>
                  </a:lnTo>
                  <a:lnTo>
                    <a:pt x="108203" y="170179"/>
                  </a:lnTo>
                  <a:lnTo>
                    <a:pt x="106679" y="182879"/>
                  </a:lnTo>
                  <a:lnTo>
                    <a:pt x="100583" y="182879"/>
                  </a:lnTo>
                  <a:lnTo>
                    <a:pt x="96011" y="195579"/>
                  </a:lnTo>
                  <a:close/>
                </a:path>
                <a:path w="2816859" h="3613150">
                  <a:moveTo>
                    <a:pt x="222512" y="81205"/>
                  </a:moveTo>
                  <a:lnTo>
                    <a:pt x="205684" y="81205"/>
                  </a:lnTo>
                  <a:lnTo>
                    <a:pt x="207019" y="80206"/>
                  </a:lnTo>
                  <a:lnTo>
                    <a:pt x="223860" y="69971"/>
                  </a:lnTo>
                  <a:lnTo>
                    <a:pt x="222632" y="80206"/>
                  </a:lnTo>
                  <a:lnTo>
                    <a:pt x="222512" y="81205"/>
                  </a:lnTo>
                  <a:close/>
                </a:path>
                <a:path w="2816859" h="3613150">
                  <a:moveTo>
                    <a:pt x="187451" y="106679"/>
                  </a:moveTo>
                  <a:lnTo>
                    <a:pt x="171626" y="106679"/>
                  </a:lnTo>
                  <a:lnTo>
                    <a:pt x="205684" y="81205"/>
                  </a:lnTo>
                  <a:lnTo>
                    <a:pt x="204216" y="93979"/>
                  </a:lnTo>
                  <a:lnTo>
                    <a:pt x="190500" y="93979"/>
                  </a:lnTo>
                  <a:lnTo>
                    <a:pt x="187451" y="106679"/>
                  </a:lnTo>
                  <a:close/>
                </a:path>
                <a:path w="2816859" h="3613150">
                  <a:moveTo>
                    <a:pt x="390155" y="17763"/>
                  </a:moveTo>
                  <a:lnTo>
                    <a:pt x="342895" y="17763"/>
                  </a:lnTo>
                  <a:lnTo>
                    <a:pt x="374838" y="9542"/>
                  </a:lnTo>
                  <a:lnTo>
                    <a:pt x="398699" y="5897"/>
                  </a:lnTo>
                  <a:lnTo>
                    <a:pt x="390155" y="17763"/>
                  </a:lnTo>
                  <a:close/>
                </a:path>
                <a:path w="2816859" h="3613150">
                  <a:moveTo>
                    <a:pt x="242316" y="68579"/>
                  </a:moveTo>
                  <a:lnTo>
                    <a:pt x="226150" y="68579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42895" y="17763"/>
                  </a:lnTo>
                  <a:lnTo>
                    <a:pt x="338327" y="30479"/>
                  </a:lnTo>
                  <a:lnTo>
                    <a:pt x="306323" y="30479"/>
                  </a:lnTo>
                  <a:lnTo>
                    <a:pt x="297179" y="43179"/>
                  </a:lnTo>
                  <a:lnTo>
                    <a:pt x="275843" y="43179"/>
                  </a:lnTo>
                  <a:lnTo>
                    <a:pt x="242316" y="68579"/>
                  </a:lnTo>
                  <a:close/>
                </a:path>
                <a:path w="2816859" h="3613150">
                  <a:moveTo>
                    <a:pt x="2412302" y="5079"/>
                  </a:moveTo>
                  <a:lnTo>
                    <a:pt x="404050" y="5079"/>
                  </a:lnTo>
                  <a:lnTo>
                    <a:pt x="421425" y="2425"/>
                  </a:lnTo>
                  <a:lnTo>
                    <a:pt x="469392" y="0"/>
                  </a:lnTo>
                  <a:lnTo>
                    <a:pt x="2346960" y="0"/>
                  </a:lnTo>
                  <a:lnTo>
                    <a:pt x="2394926" y="2425"/>
                  </a:lnTo>
                  <a:lnTo>
                    <a:pt x="2412302" y="5079"/>
                  </a:lnTo>
                  <a:close/>
                </a:path>
                <a:path w="2816859" h="3613150">
                  <a:moveTo>
                    <a:pt x="383036" y="3612733"/>
                  </a:moveTo>
                  <a:lnTo>
                    <a:pt x="377447" y="3611880"/>
                  </a:lnTo>
                  <a:lnTo>
                    <a:pt x="382523" y="3611880"/>
                  </a:lnTo>
                  <a:lnTo>
                    <a:pt x="383036" y="3612733"/>
                  </a:lnTo>
                  <a:close/>
                </a:path>
                <a:path w="2816859" h="3613150">
                  <a:moveTo>
                    <a:pt x="62717" y="3385228"/>
                  </a:moveTo>
                  <a:lnTo>
                    <a:pt x="61533" y="3383280"/>
                  </a:lnTo>
                  <a:lnTo>
                    <a:pt x="62483" y="3383280"/>
                  </a:lnTo>
                  <a:lnTo>
                    <a:pt x="62717" y="3385228"/>
                  </a:lnTo>
                  <a:close/>
                </a:path>
                <a:path w="2816859" h="3613150">
                  <a:moveTo>
                    <a:pt x="19811" y="3286085"/>
                  </a:moveTo>
                  <a:lnTo>
                    <a:pt x="18677" y="3281680"/>
                  </a:lnTo>
                  <a:lnTo>
                    <a:pt x="19811" y="3281680"/>
                  </a:lnTo>
                  <a:lnTo>
                    <a:pt x="19811" y="3286085"/>
                  </a:lnTo>
                  <a:close/>
                </a:path>
                <a:path w="2816859" h="3613150">
                  <a:moveTo>
                    <a:pt x="6095" y="3223622"/>
                  </a:moveTo>
                  <a:lnTo>
                    <a:pt x="5264" y="3218180"/>
                  </a:lnTo>
                  <a:lnTo>
                    <a:pt x="6095" y="3218180"/>
                  </a:lnTo>
                  <a:lnTo>
                    <a:pt x="6095" y="3223622"/>
                  </a:lnTo>
                  <a:close/>
                </a:path>
                <a:path w="2816859" h="3613150">
                  <a:moveTo>
                    <a:pt x="4571" y="3213649"/>
                  </a:moveTo>
                  <a:lnTo>
                    <a:pt x="3323" y="3205480"/>
                  </a:lnTo>
                  <a:lnTo>
                    <a:pt x="4571" y="3205480"/>
                  </a:lnTo>
                  <a:lnTo>
                    <a:pt x="4571" y="3213649"/>
                  </a:lnTo>
                  <a:close/>
                </a:path>
                <a:path w="2816859" h="3613150">
                  <a:moveTo>
                    <a:pt x="3048" y="3203675"/>
                  </a:moveTo>
                  <a:lnTo>
                    <a:pt x="2425" y="3199598"/>
                  </a:lnTo>
                  <a:lnTo>
                    <a:pt x="2080" y="3192780"/>
                  </a:lnTo>
                  <a:lnTo>
                    <a:pt x="3048" y="3192780"/>
                  </a:lnTo>
                  <a:lnTo>
                    <a:pt x="3048" y="3203675"/>
                  </a:lnTo>
                  <a:close/>
                </a:path>
                <a:path w="2816859" h="3613150">
                  <a:moveTo>
                    <a:pt x="1523" y="3181769"/>
                  </a:moveTo>
                  <a:lnTo>
                    <a:pt x="154" y="3154680"/>
                  </a:lnTo>
                  <a:lnTo>
                    <a:pt x="1523" y="3154680"/>
                  </a:lnTo>
                  <a:lnTo>
                    <a:pt x="1523" y="3181769"/>
                  </a:lnTo>
                  <a:close/>
                </a:path>
                <a:path w="2816859" h="3613150">
                  <a:moveTo>
                    <a:pt x="79248" y="220979"/>
                  </a:moveTo>
                  <a:lnTo>
                    <a:pt x="71722" y="220979"/>
                  </a:lnTo>
                  <a:lnTo>
                    <a:pt x="80206" y="207019"/>
                  </a:lnTo>
                  <a:lnTo>
                    <a:pt x="88320" y="196171"/>
                  </a:lnTo>
                  <a:lnTo>
                    <a:pt x="86867" y="208279"/>
                  </a:lnTo>
                  <a:lnTo>
                    <a:pt x="80771" y="208279"/>
                  </a:lnTo>
                  <a:lnTo>
                    <a:pt x="79248" y="220979"/>
                  </a:lnTo>
                  <a:close/>
                </a:path>
                <a:path w="2816859" h="3613150">
                  <a:moveTo>
                    <a:pt x="45736" y="271752"/>
                  </a:moveTo>
                  <a:lnTo>
                    <a:pt x="44138" y="271752"/>
                  </a:lnTo>
                  <a:lnTo>
                    <a:pt x="56684" y="245721"/>
                  </a:lnTo>
                  <a:lnTo>
                    <a:pt x="71722" y="220979"/>
                  </a:lnTo>
                  <a:lnTo>
                    <a:pt x="70103" y="233679"/>
                  </a:lnTo>
                  <a:lnTo>
                    <a:pt x="67055" y="233679"/>
                  </a:lnTo>
                  <a:lnTo>
                    <a:pt x="62483" y="246379"/>
                  </a:lnTo>
                  <a:lnTo>
                    <a:pt x="60959" y="246379"/>
                  </a:lnTo>
                  <a:lnTo>
                    <a:pt x="54863" y="259079"/>
                  </a:lnTo>
                  <a:lnTo>
                    <a:pt x="53339" y="259079"/>
                  </a:lnTo>
                  <a:lnTo>
                    <a:pt x="45736" y="271752"/>
                  </a:lnTo>
                  <a:close/>
                </a:path>
                <a:path w="2816859" h="3613150">
                  <a:moveTo>
                    <a:pt x="19729" y="335258"/>
                  </a:moveTo>
                  <a:lnTo>
                    <a:pt x="21116" y="329867"/>
                  </a:lnTo>
                  <a:lnTo>
                    <a:pt x="36909" y="286750"/>
                  </a:lnTo>
                  <a:lnTo>
                    <a:pt x="38021" y="284442"/>
                  </a:lnTo>
                  <a:lnTo>
                    <a:pt x="36575" y="297179"/>
                  </a:lnTo>
                  <a:lnTo>
                    <a:pt x="33527" y="297179"/>
                  </a:lnTo>
                  <a:lnTo>
                    <a:pt x="32003" y="309879"/>
                  </a:lnTo>
                  <a:lnTo>
                    <a:pt x="28955" y="309879"/>
                  </a:lnTo>
                  <a:lnTo>
                    <a:pt x="19729" y="335258"/>
                  </a:lnTo>
                  <a:close/>
                </a:path>
                <a:path w="2816859" h="3613150">
                  <a:moveTo>
                    <a:pt x="1643" y="436885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19729" y="335258"/>
                  </a:lnTo>
                  <a:lnTo>
                    <a:pt x="18287" y="347979"/>
                  </a:lnTo>
                  <a:lnTo>
                    <a:pt x="16763" y="347979"/>
                  </a:lnTo>
                  <a:lnTo>
                    <a:pt x="12191" y="373379"/>
                  </a:lnTo>
                  <a:lnTo>
                    <a:pt x="10667" y="373379"/>
                  </a:lnTo>
                  <a:lnTo>
                    <a:pt x="9143" y="386079"/>
                  </a:lnTo>
                  <a:lnTo>
                    <a:pt x="4571" y="411479"/>
                  </a:lnTo>
                  <a:lnTo>
                    <a:pt x="1643" y="436885"/>
                  </a:lnTo>
                  <a:close/>
                </a:path>
                <a:path w="2816859" h="3613150">
                  <a:moveTo>
                    <a:pt x="0" y="474979"/>
                  </a:moveTo>
                  <a:lnTo>
                    <a:pt x="0" y="469392"/>
                  </a:lnTo>
                  <a:lnTo>
                    <a:pt x="1643" y="436885"/>
                  </a:lnTo>
                  <a:lnTo>
                    <a:pt x="0" y="474979"/>
                  </a:lnTo>
                  <a:close/>
                </a:path>
                <a:path w="2816859" h="3613150">
                  <a:moveTo>
                    <a:pt x="2473519" y="17779"/>
                  </a:moveTo>
                  <a:lnTo>
                    <a:pt x="2427732" y="17779"/>
                  </a:lnTo>
                  <a:lnTo>
                    <a:pt x="2419364" y="6158"/>
                  </a:lnTo>
                  <a:lnTo>
                    <a:pt x="2441513" y="9542"/>
                  </a:lnTo>
                  <a:lnTo>
                    <a:pt x="2473519" y="17779"/>
                  </a:lnTo>
                  <a:close/>
                </a:path>
                <a:path w="2816859" h="3613150">
                  <a:moveTo>
                    <a:pt x="2512048" y="30479"/>
                  </a:moveTo>
                  <a:lnTo>
                    <a:pt x="2479548" y="30479"/>
                  </a:lnTo>
                  <a:lnTo>
                    <a:pt x="2475124" y="18192"/>
                  </a:lnTo>
                  <a:lnTo>
                    <a:pt x="2486484" y="21116"/>
                  </a:lnTo>
                  <a:lnTo>
                    <a:pt x="2512048" y="30479"/>
                  </a:lnTo>
                  <a:close/>
                </a:path>
                <a:path w="2816859" h="3613150">
                  <a:moveTo>
                    <a:pt x="2590201" y="68579"/>
                  </a:moveTo>
                  <a:lnTo>
                    <a:pt x="2572511" y="68579"/>
                  </a:lnTo>
                  <a:lnTo>
                    <a:pt x="2542032" y="43179"/>
                  </a:lnTo>
                  <a:lnTo>
                    <a:pt x="2519171" y="43179"/>
                  </a:lnTo>
                  <a:lnTo>
                    <a:pt x="2516516" y="32116"/>
                  </a:lnTo>
                  <a:lnTo>
                    <a:pt x="2529602" y="36909"/>
                  </a:lnTo>
                  <a:lnTo>
                    <a:pt x="2570630" y="56684"/>
                  </a:lnTo>
                  <a:lnTo>
                    <a:pt x="2590201" y="68579"/>
                  </a:lnTo>
                  <a:close/>
                </a:path>
                <a:path w="2816859" h="3613150">
                  <a:moveTo>
                    <a:pt x="2610767" y="81279"/>
                  </a:moveTo>
                  <a:lnTo>
                    <a:pt x="2598420" y="81279"/>
                  </a:lnTo>
                  <a:lnTo>
                    <a:pt x="2593197" y="70400"/>
                  </a:lnTo>
                  <a:lnTo>
                    <a:pt x="2609332" y="80206"/>
                  </a:lnTo>
                  <a:lnTo>
                    <a:pt x="2610767" y="81279"/>
                  </a:lnTo>
                  <a:close/>
                </a:path>
                <a:path w="2816859" h="3613150">
                  <a:moveTo>
                    <a:pt x="2644726" y="106679"/>
                  </a:moveTo>
                  <a:lnTo>
                    <a:pt x="2630423" y="106679"/>
                  </a:lnTo>
                  <a:lnTo>
                    <a:pt x="2627375" y="93979"/>
                  </a:lnTo>
                  <a:lnTo>
                    <a:pt x="2613659" y="93979"/>
                  </a:lnTo>
                  <a:lnTo>
                    <a:pt x="2612271" y="82404"/>
                  </a:lnTo>
                  <a:lnTo>
                    <a:pt x="2644726" y="106679"/>
                  </a:lnTo>
                  <a:close/>
                </a:path>
                <a:path w="2816859" h="3613150">
                  <a:moveTo>
                    <a:pt x="2658830" y="119379"/>
                  </a:moveTo>
                  <a:lnTo>
                    <a:pt x="2656332" y="119379"/>
                  </a:lnTo>
                  <a:lnTo>
                    <a:pt x="2651600" y="112808"/>
                  </a:lnTo>
                  <a:lnTo>
                    <a:pt x="2658830" y="119379"/>
                  </a:lnTo>
                  <a:close/>
                </a:path>
                <a:path w="2816859" h="3613150">
                  <a:moveTo>
                    <a:pt x="2682581" y="141688"/>
                  </a:moveTo>
                  <a:lnTo>
                    <a:pt x="2668871" y="128506"/>
                  </a:lnTo>
                  <a:lnTo>
                    <a:pt x="2678811" y="137540"/>
                  </a:lnTo>
                  <a:lnTo>
                    <a:pt x="2682581" y="141688"/>
                  </a:lnTo>
                  <a:close/>
                </a:path>
                <a:path w="2816859" h="3613150">
                  <a:moveTo>
                    <a:pt x="2708477" y="170179"/>
                  </a:moveTo>
                  <a:lnTo>
                    <a:pt x="2699004" y="170179"/>
                  </a:lnTo>
                  <a:lnTo>
                    <a:pt x="2699004" y="159756"/>
                  </a:lnTo>
                  <a:lnTo>
                    <a:pt x="2708477" y="170179"/>
                  </a:lnTo>
                  <a:close/>
                </a:path>
                <a:path w="2816859" h="3613150">
                  <a:moveTo>
                    <a:pt x="2718089" y="182879"/>
                  </a:moveTo>
                  <a:lnTo>
                    <a:pt x="2709671" y="182879"/>
                  </a:lnTo>
                  <a:lnTo>
                    <a:pt x="2709671" y="171625"/>
                  </a:lnTo>
                  <a:lnTo>
                    <a:pt x="2718089" y="182879"/>
                  </a:lnTo>
                  <a:close/>
                </a:path>
                <a:path w="2816859" h="3613150">
                  <a:moveTo>
                    <a:pt x="2727588" y="195579"/>
                  </a:moveTo>
                  <a:lnTo>
                    <a:pt x="2720339" y="195579"/>
                  </a:lnTo>
                  <a:lnTo>
                    <a:pt x="2720339" y="185888"/>
                  </a:lnTo>
                  <a:lnTo>
                    <a:pt x="2727588" y="195579"/>
                  </a:lnTo>
                  <a:close/>
                </a:path>
                <a:path w="2816859" h="3613150">
                  <a:moveTo>
                    <a:pt x="2736911" y="208279"/>
                  </a:moveTo>
                  <a:lnTo>
                    <a:pt x="2729484" y="208279"/>
                  </a:lnTo>
                  <a:lnTo>
                    <a:pt x="2729484" y="198113"/>
                  </a:lnTo>
                  <a:lnTo>
                    <a:pt x="2736145" y="207019"/>
                  </a:lnTo>
                  <a:lnTo>
                    <a:pt x="2736911" y="208279"/>
                  </a:lnTo>
                  <a:close/>
                </a:path>
                <a:path w="2816859" h="3613150">
                  <a:moveTo>
                    <a:pt x="2744629" y="220979"/>
                  </a:moveTo>
                  <a:lnTo>
                    <a:pt x="2737104" y="220979"/>
                  </a:lnTo>
                  <a:lnTo>
                    <a:pt x="2737104" y="208596"/>
                  </a:lnTo>
                  <a:lnTo>
                    <a:pt x="2744629" y="220979"/>
                  </a:lnTo>
                  <a:close/>
                </a:path>
                <a:path w="2816859" h="3613150">
                  <a:moveTo>
                    <a:pt x="2752348" y="233679"/>
                  </a:moveTo>
                  <a:lnTo>
                    <a:pt x="2747771" y="233679"/>
                  </a:lnTo>
                  <a:lnTo>
                    <a:pt x="2746646" y="224297"/>
                  </a:lnTo>
                  <a:lnTo>
                    <a:pt x="2752348" y="233679"/>
                  </a:lnTo>
                  <a:close/>
                </a:path>
                <a:path w="2816859" h="3613150">
                  <a:moveTo>
                    <a:pt x="2759980" y="246371"/>
                  </a:moveTo>
                  <a:lnTo>
                    <a:pt x="2753868" y="246371"/>
                  </a:lnTo>
                  <a:lnTo>
                    <a:pt x="2753868" y="236180"/>
                  </a:lnTo>
                  <a:lnTo>
                    <a:pt x="2759667" y="245721"/>
                  </a:lnTo>
                  <a:lnTo>
                    <a:pt x="2759980" y="246371"/>
                  </a:lnTo>
                  <a:close/>
                </a:path>
                <a:path w="2816859" h="3613150">
                  <a:moveTo>
                    <a:pt x="2766105" y="259079"/>
                  </a:moveTo>
                  <a:lnTo>
                    <a:pt x="2759963" y="259079"/>
                  </a:lnTo>
                  <a:lnTo>
                    <a:pt x="2759980" y="246371"/>
                  </a:lnTo>
                  <a:lnTo>
                    <a:pt x="2766105" y="259079"/>
                  </a:lnTo>
                  <a:close/>
                </a:path>
                <a:path w="2816859" h="3613150">
                  <a:moveTo>
                    <a:pt x="2772227" y="271779"/>
                  </a:moveTo>
                  <a:lnTo>
                    <a:pt x="2767584" y="271779"/>
                  </a:lnTo>
                  <a:lnTo>
                    <a:pt x="2767584" y="262147"/>
                  </a:lnTo>
                  <a:lnTo>
                    <a:pt x="2772227" y="271779"/>
                  </a:lnTo>
                  <a:close/>
                </a:path>
                <a:path w="2816859" h="3613150">
                  <a:moveTo>
                    <a:pt x="2778330" y="284442"/>
                  </a:moveTo>
                  <a:lnTo>
                    <a:pt x="2773679" y="284442"/>
                  </a:lnTo>
                  <a:lnTo>
                    <a:pt x="2773679" y="274793"/>
                  </a:lnTo>
                  <a:lnTo>
                    <a:pt x="2778330" y="284442"/>
                  </a:lnTo>
                  <a:close/>
                </a:path>
                <a:path w="2816859" h="3613150">
                  <a:moveTo>
                    <a:pt x="2783262" y="297179"/>
                  </a:moveTo>
                  <a:lnTo>
                    <a:pt x="2778252" y="297179"/>
                  </a:lnTo>
                  <a:lnTo>
                    <a:pt x="2778330" y="284442"/>
                  </a:lnTo>
                  <a:lnTo>
                    <a:pt x="2779442" y="286750"/>
                  </a:lnTo>
                  <a:lnTo>
                    <a:pt x="2783262" y="297179"/>
                  </a:lnTo>
                  <a:close/>
                </a:path>
                <a:path w="2816859" h="3613150">
                  <a:moveTo>
                    <a:pt x="2787914" y="309879"/>
                  </a:moveTo>
                  <a:lnTo>
                    <a:pt x="2784348" y="309879"/>
                  </a:lnTo>
                  <a:lnTo>
                    <a:pt x="2784348" y="300143"/>
                  </a:lnTo>
                  <a:lnTo>
                    <a:pt x="2787914" y="309879"/>
                  </a:lnTo>
                  <a:close/>
                </a:path>
                <a:path w="2816859" h="3613150">
                  <a:moveTo>
                    <a:pt x="2792566" y="322579"/>
                  </a:moveTo>
                  <a:lnTo>
                    <a:pt x="2788920" y="322579"/>
                  </a:lnTo>
                  <a:lnTo>
                    <a:pt x="2788920" y="312625"/>
                  </a:lnTo>
                  <a:lnTo>
                    <a:pt x="2792566" y="322579"/>
                  </a:lnTo>
                  <a:close/>
                </a:path>
                <a:path w="2816859" h="3613150">
                  <a:moveTo>
                    <a:pt x="2796628" y="335279"/>
                  </a:moveTo>
                  <a:lnTo>
                    <a:pt x="2793491" y="335279"/>
                  </a:lnTo>
                  <a:lnTo>
                    <a:pt x="2793491" y="325107"/>
                  </a:lnTo>
                  <a:lnTo>
                    <a:pt x="2795235" y="329867"/>
                  </a:lnTo>
                  <a:lnTo>
                    <a:pt x="2796628" y="335279"/>
                  </a:lnTo>
                  <a:close/>
                </a:path>
                <a:path w="2816859" h="3613150">
                  <a:moveTo>
                    <a:pt x="2799896" y="347979"/>
                  </a:moveTo>
                  <a:lnTo>
                    <a:pt x="2798063" y="347979"/>
                  </a:lnTo>
                  <a:lnTo>
                    <a:pt x="2798063" y="340856"/>
                  </a:lnTo>
                  <a:lnTo>
                    <a:pt x="2799896" y="347979"/>
                  </a:lnTo>
                  <a:close/>
                </a:path>
                <a:path w="2816859" h="3613150">
                  <a:moveTo>
                    <a:pt x="2803165" y="360679"/>
                  </a:moveTo>
                  <a:lnTo>
                    <a:pt x="2801111" y="360679"/>
                  </a:lnTo>
                  <a:lnTo>
                    <a:pt x="2801111" y="352700"/>
                  </a:lnTo>
                  <a:lnTo>
                    <a:pt x="2803165" y="360679"/>
                  </a:lnTo>
                  <a:close/>
                </a:path>
                <a:path w="2816859" h="3613150">
                  <a:moveTo>
                    <a:pt x="2806433" y="373379"/>
                  </a:moveTo>
                  <a:lnTo>
                    <a:pt x="2804159" y="373379"/>
                  </a:lnTo>
                  <a:lnTo>
                    <a:pt x="2804159" y="364543"/>
                  </a:lnTo>
                  <a:lnTo>
                    <a:pt x="2806433" y="373379"/>
                  </a:lnTo>
                  <a:close/>
                </a:path>
                <a:path w="2816859" h="3613150">
                  <a:moveTo>
                    <a:pt x="2808526" y="386079"/>
                  </a:moveTo>
                  <a:lnTo>
                    <a:pt x="2807207" y="386079"/>
                  </a:lnTo>
                  <a:lnTo>
                    <a:pt x="2807207" y="377447"/>
                  </a:lnTo>
                  <a:lnTo>
                    <a:pt x="2808526" y="386079"/>
                  </a:lnTo>
                  <a:close/>
                </a:path>
                <a:path w="2816859" h="3613150">
                  <a:moveTo>
                    <a:pt x="2810467" y="398779"/>
                  </a:moveTo>
                  <a:lnTo>
                    <a:pt x="2808732" y="398779"/>
                  </a:lnTo>
                  <a:lnTo>
                    <a:pt x="2808732" y="387424"/>
                  </a:lnTo>
                  <a:lnTo>
                    <a:pt x="2810467" y="398779"/>
                  </a:lnTo>
                  <a:close/>
                </a:path>
                <a:path w="2816859" h="3613150">
                  <a:moveTo>
                    <a:pt x="2812407" y="411479"/>
                  </a:moveTo>
                  <a:lnTo>
                    <a:pt x="2811779" y="411479"/>
                  </a:lnTo>
                  <a:lnTo>
                    <a:pt x="2811779" y="407371"/>
                  </a:lnTo>
                  <a:lnTo>
                    <a:pt x="2812407" y="411479"/>
                  </a:lnTo>
                  <a:close/>
                </a:path>
                <a:path w="2816859" h="3613150">
                  <a:moveTo>
                    <a:pt x="2814066" y="424179"/>
                  </a:moveTo>
                  <a:lnTo>
                    <a:pt x="2813304" y="424179"/>
                  </a:lnTo>
                  <a:lnTo>
                    <a:pt x="2813304" y="417348"/>
                  </a:lnTo>
                  <a:lnTo>
                    <a:pt x="2813926" y="421425"/>
                  </a:lnTo>
                  <a:lnTo>
                    <a:pt x="2814066" y="424179"/>
                  </a:lnTo>
                  <a:close/>
                </a:path>
                <a:path w="2816859" h="3613150">
                  <a:moveTo>
                    <a:pt x="2814833" y="3182722"/>
                  </a:moveTo>
                  <a:lnTo>
                    <a:pt x="2816334" y="469392"/>
                  </a:lnTo>
                  <a:lnTo>
                    <a:pt x="2816352" y="3151632"/>
                  </a:lnTo>
                  <a:lnTo>
                    <a:pt x="2814833" y="3182722"/>
                  </a:lnTo>
                  <a:close/>
                </a:path>
                <a:path w="2816859" h="3613150">
                  <a:moveTo>
                    <a:pt x="2434993" y="3612477"/>
                  </a:moveTo>
                  <a:lnTo>
                    <a:pt x="2435352" y="3611880"/>
                  </a:lnTo>
                  <a:lnTo>
                    <a:pt x="2438904" y="3611880"/>
                  </a:lnTo>
                  <a:lnTo>
                    <a:pt x="2434993" y="3612477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23497" y="2192075"/>
              <a:ext cx="317555" cy="19730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838694" y="2189988"/>
              <a:ext cx="2212340" cy="3613150"/>
            </a:xfrm>
            <a:custGeom>
              <a:avLst/>
              <a:gdLst/>
              <a:ahLst/>
              <a:cxnLst/>
              <a:rect l="l" t="t" r="r" b="b"/>
              <a:pathLst>
                <a:path w="2212340" h="3613150">
                  <a:moveTo>
                    <a:pt x="203899" y="5079"/>
                  </a:moveTo>
                  <a:lnTo>
                    <a:pt x="221274" y="2425"/>
                  </a:lnTo>
                  <a:lnTo>
                    <a:pt x="269240" y="0"/>
                  </a:lnTo>
                  <a:lnTo>
                    <a:pt x="2146808" y="0"/>
                  </a:lnTo>
                  <a:lnTo>
                    <a:pt x="2194775" y="2425"/>
                  </a:lnTo>
                  <a:lnTo>
                    <a:pt x="2212151" y="5079"/>
                  </a:lnTo>
                </a:path>
                <a:path w="2212340" h="3613150">
                  <a:moveTo>
                    <a:pt x="182884" y="3612733"/>
                  </a:moveTo>
                  <a:lnTo>
                    <a:pt x="177296" y="3611879"/>
                  </a:lnTo>
                </a:path>
                <a:path w="2212340" h="3613150">
                  <a:moveTo>
                    <a:pt x="94070" y="3586851"/>
                  </a:moveTo>
                  <a:lnTo>
                    <a:pt x="93056" y="3586479"/>
                  </a:lnTo>
                </a:path>
                <a:path w="2212340" h="3613150">
                  <a:moveTo>
                    <a:pt x="40674" y="3561363"/>
                  </a:moveTo>
                  <a:lnTo>
                    <a:pt x="40208" y="3561079"/>
                  </a:lnTo>
                </a:path>
                <a:path w="2212340" h="3613150">
                  <a:moveTo>
                    <a:pt x="1239" y="3536606"/>
                  </a:moveTo>
                  <a:lnTo>
                    <a:pt x="0" y="353567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53411" y="5467858"/>
              <a:ext cx="84953" cy="16107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638543" y="2386159"/>
              <a:ext cx="88900" cy="3037840"/>
            </a:xfrm>
            <a:custGeom>
              <a:avLst/>
              <a:gdLst/>
              <a:ahLst/>
              <a:cxnLst/>
              <a:rect l="l" t="t" r="r" b="b"/>
              <a:pathLst>
                <a:path w="88900" h="3037840">
                  <a:moveTo>
                    <a:pt x="7619" y="3037427"/>
                  </a:moveTo>
                  <a:lnTo>
                    <a:pt x="7204" y="3034708"/>
                  </a:lnTo>
                </a:path>
                <a:path w="88900" h="3037840">
                  <a:moveTo>
                    <a:pt x="6095" y="3027450"/>
                  </a:moveTo>
                  <a:lnTo>
                    <a:pt x="5264" y="3022008"/>
                  </a:lnTo>
                </a:path>
                <a:path w="88900" h="3037840">
                  <a:moveTo>
                    <a:pt x="4571" y="3017477"/>
                  </a:moveTo>
                  <a:lnTo>
                    <a:pt x="3323" y="3009308"/>
                  </a:lnTo>
                </a:path>
                <a:path w="88900" h="3037840">
                  <a:moveTo>
                    <a:pt x="3048" y="3007504"/>
                  </a:moveTo>
                  <a:lnTo>
                    <a:pt x="2425" y="3003427"/>
                  </a:lnTo>
                  <a:lnTo>
                    <a:pt x="2080" y="2996608"/>
                  </a:lnTo>
                </a:path>
                <a:path w="88900" h="3037840">
                  <a:moveTo>
                    <a:pt x="1523" y="2985598"/>
                  </a:moveTo>
                  <a:lnTo>
                    <a:pt x="154" y="2958508"/>
                  </a:lnTo>
                </a:path>
                <a:path w="88900" h="3037840">
                  <a:moveTo>
                    <a:pt x="0" y="2955460"/>
                  </a:moveTo>
                  <a:lnTo>
                    <a:pt x="0" y="278808"/>
                  </a:lnTo>
                  <a:lnTo>
                    <a:pt x="0" y="273220"/>
                  </a:lnTo>
                  <a:lnTo>
                    <a:pt x="1643" y="240714"/>
                  </a:lnTo>
                  <a:lnTo>
                    <a:pt x="2425" y="225253"/>
                  </a:lnTo>
                  <a:lnTo>
                    <a:pt x="9542" y="178667"/>
                  </a:lnTo>
                  <a:lnTo>
                    <a:pt x="19729" y="139087"/>
                  </a:lnTo>
                  <a:lnTo>
                    <a:pt x="21116" y="133696"/>
                  </a:lnTo>
                  <a:lnTo>
                    <a:pt x="36909" y="90578"/>
                  </a:lnTo>
                  <a:lnTo>
                    <a:pt x="38021" y="88270"/>
                  </a:lnTo>
                  <a:lnTo>
                    <a:pt x="44138" y="75580"/>
                  </a:lnTo>
                  <a:lnTo>
                    <a:pt x="56684" y="49550"/>
                  </a:lnTo>
                  <a:lnTo>
                    <a:pt x="71696" y="24850"/>
                  </a:lnTo>
                  <a:lnTo>
                    <a:pt x="80206" y="10848"/>
                  </a:lnTo>
                  <a:lnTo>
                    <a:pt x="88320" y="0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54098" y="2192337"/>
              <a:ext cx="402321" cy="42564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073537" y="2659380"/>
              <a:ext cx="381635" cy="3143250"/>
            </a:xfrm>
            <a:custGeom>
              <a:avLst/>
              <a:gdLst/>
              <a:ahLst/>
              <a:cxnLst/>
              <a:rect l="l" t="t" r="r" b="b"/>
              <a:pathLst>
                <a:path w="381634" h="3143250">
                  <a:moveTo>
                    <a:pt x="381340" y="0"/>
                  </a:moveTo>
                  <a:lnTo>
                    <a:pt x="381358" y="2682240"/>
                  </a:lnTo>
                  <a:lnTo>
                    <a:pt x="379840" y="2712267"/>
                  </a:lnTo>
                </a:path>
                <a:path w="381634" h="3143250">
                  <a:moveTo>
                    <a:pt x="372218" y="2774188"/>
                  </a:moveTo>
                  <a:lnTo>
                    <a:pt x="371900" y="2776803"/>
                  </a:lnTo>
                </a:path>
                <a:path w="381634" h="3143250">
                  <a:moveTo>
                    <a:pt x="3910" y="3142487"/>
                  </a:moveTo>
                  <a:lnTo>
                    <a:pt x="0" y="3143085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63854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59" h="3621404">
                  <a:moveTo>
                    <a:pt x="2346959" y="3621024"/>
                  </a:move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63854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59" h="3621404">
                  <a:moveTo>
                    <a:pt x="0" y="469391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264331" y="2831051"/>
            <a:ext cx="156845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3.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Add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Medication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Scheduler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50409" y="4854888"/>
            <a:ext cx="219710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Configuration</a:t>
            </a:r>
            <a:r>
              <a:rPr dirty="0" sz="95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form</a:t>
            </a:r>
            <a:r>
              <a:rPr dirty="0" sz="9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building</a:t>
            </a:r>
            <a:r>
              <a:rPr dirty="0" sz="950" spc="-4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medicine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names,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dosages,</a:t>
            </a:r>
            <a:r>
              <a:rPr dirty="0" sz="95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durations,</a:t>
            </a:r>
            <a:r>
              <a:rPr dirty="0" sz="95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shapes,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colors.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7031" y="3348227"/>
            <a:ext cx="2750819" cy="130606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07891" y="3348227"/>
            <a:ext cx="2752343" cy="130606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672071" y="3343655"/>
            <a:ext cx="2750819" cy="1310640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VISUAL</a:t>
            </a:r>
            <a:r>
              <a:rPr dirty="0" spc="-80"/>
              <a:t> </a:t>
            </a:r>
            <a:r>
              <a:rPr dirty="0"/>
              <a:t>TOUR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100"/>
              <a:t> </a:t>
            </a:r>
            <a:r>
              <a:rPr dirty="0"/>
              <a:t>AI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120"/>
              <a:t> </a:t>
            </a:r>
            <a:r>
              <a:rPr dirty="0" spc="-25"/>
              <a:t>ANALYTICAL</a:t>
            </a:r>
            <a:r>
              <a:rPr dirty="0" spc="-75"/>
              <a:t> </a:t>
            </a:r>
            <a:r>
              <a:rPr dirty="0" spc="-10"/>
              <a:t>METRICS</a:t>
            </a:r>
          </a:p>
          <a:p>
            <a:pPr marL="1397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Screenshots: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Habit</a:t>
            </a:r>
            <a:r>
              <a:rPr dirty="0" sz="1050" spc="3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Tracker,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Chat</a:t>
            </a:r>
            <a:r>
              <a:rPr dirty="0" sz="1050" spc="3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Widget,</a:t>
            </a:r>
            <a:r>
              <a:rPr dirty="0" sz="1050" spc="1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dirty="0" sz="1050" spc="2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Insight</a:t>
            </a:r>
            <a:r>
              <a:rPr dirty="0" sz="1050" spc="1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Banner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99694" y="2186178"/>
            <a:ext cx="2824480" cy="3629025"/>
            <a:chOff x="599694" y="2186178"/>
            <a:chExt cx="2824480" cy="3629025"/>
          </a:xfrm>
        </p:grpSpPr>
        <p:sp>
          <p:nvSpPr>
            <p:cNvPr id="5" name="object 5"/>
            <p:cNvSpPr/>
            <p:nvPr/>
          </p:nvSpPr>
          <p:spPr>
            <a:xfrm>
              <a:off x="603504" y="2189988"/>
              <a:ext cx="2816860" cy="3613150"/>
            </a:xfrm>
            <a:custGeom>
              <a:avLst/>
              <a:gdLst/>
              <a:ahLst/>
              <a:cxnLst/>
              <a:rect l="l" t="t" r="r" b="b"/>
              <a:pathLst>
                <a:path w="2816860" h="3613150">
                  <a:moveTo>
                    <a:pt x="96012" y="195579"/>
                  </a:moveTo>
                  <a:lnTo>
                    <a:pt x="88763" y="195579"/>
                  </a:lnTo>
                  <a:lnTo>
                    <a:pt x="107237" y="170880"/>
                  </a:lnTo>
                  <a:lnTo>
                    <a:pt x="137541" y="137540"/>
                  </a:lnTo>
                  <a:lnTo>
                    <a:pt x="169721" y="108291"/>
                  </a:lnTo>
                  <a:lnTo>
                    <a:pt x="163068" y="119379"/>
                  </a:lnTo>
                  <a:lnTo>
                    <a:pt x="160020" y="119379"/>
                  </a:lnTo>
                  <a:lnTo>
                    <a:pt x="117347" y="170179"/>
                  </a:lnTo>
                  <a:lnTo>
                    <a:pt x="108204" y="170179"/>
                  </a:lnTo>
                  <a:lnTo>
                    <a:pt x="106679" y="182879"/>
                  </a:lnTo>
                  <a:lnTo>
                    <a:pt x="100583" y="182879"/>
                  </a:lnTo>
                  <a:lnTo>
                    <a:pt x="96012" y="195579"/>
                  </a:lnTo>
                  <a:close/>
                </a:path>
                <a:path w="2816860" h="3613150">
                  <a:moveTo>
                    <a:pt x="222512" y="81205"/>
                  </a:moveTo>
                  <a:lnTo>
                    <a:pt x="205684" y="81205"/>
                  </a:lnTo>
                  <a:lnTo>
                    <a:pt x="207019" y="80206"/>
                  </a:lnTo>
                  <a:lnTo>
                    <a:pt x="223861" y="69971"/>
                  </a:lnTo>
                  <a:lnTo>
                    <a:pt x="222632" y="80206"/>
                  </a:lnTo>
                  <a:lnTo>
                    <a:pt x="222512" y="81205"/>
                  </a:lnTo>
                  <a:close/>
                </a:path>
                <a:path w="2816860" h="3613150">
                  <a:moveTo>
                    <a:pt x="187452" y="106679"/>
                  </a:moveTo>
                  <a:lnTo>
                    <a:pt x="171626" y="106679"/>
                  </a:lnTo>
                  <a:lnTo>
                    <a:pt x="205684" y="81205"/>
                  </a:lnTo>
                  <a:lnTo>
                    <a:pt x="204216" y="93979"/>
                  </a:lnTo>
                  <a:lnTo>
                    <a:pt x="190500" y="93979"/>
                  </a:lnTo>
                  <a:lnTo>
                    <a:pt x="187452" y="106679"/>
                  </a:lnTo>
                  <a:close/>
                </a:path>
                <a:path w="2816860" h="3613150">
                  <a:moveTo>
                    <a:pt x="390155" y="17763"/>
                  </a:moveTo>
                  <a:lnTo>
                    <a:pt x="342895" y="17763"/>
                  </a:lnTo>
                  <a:lnTo>
                    <a:pt x="374838" y="9542"/>
                  </a:lnTo>
                  <a:lnTo>
                    <a:pt x="398699" y="5897"/>
                  </a:lnTo>
                  <a:lnTo>
                    <a:pt x="390155" y="17763"/>
                  </a:lnTo>
                  <a:close/>
                </a:path>
                <a:path w="2816860" h="3613150">
                  <a:moveTo>
                    <a:pt x="242316" y="68579"/>
                  </a:moveTo>
                  <a:lnTo>
                    <a:pt x="226150" y="68579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42895" y="17763"/>
                  </a:lnTo>
                  <a:lnTo>
                    <a:pt x="338327" y="30479"/>
                  </a:lnTo>
                  <a:lnTo>
                    <a:pt x="306323" y="30479"/>
                  </a:lnTo>
                  <a:lnTo>
                    <a:pt x="297179" y="43179"/>
                  </a:lnTo>
                  <a:lnTo>
                    <a:pt x="275844" y="43179"/>
                  </a:lnTo>
                  <a:lnTo>
                    <a:pt x="242316" y="68579"/>
                  </a:lnTo>
                  <a:close/>
                </a:path>
                <a:path w="2816860" h="3613150">
                  <a:moveTo>
                    <a:pt x="2412302" y="5079"/>
                  </a:moveTo>
                  <a:lnTo>
                    <a:pt x="404050" y="5079"/>
                  </a:lnTo>
                  <a:lnTo>
                    <a:pt x="421425" y="2425"/>
                  </a:lnTo>
                  <a:lnTo>
                    <a:pt x="469392" y="0"/>
                  </a:lnTo>
                  <a:lnTo>
                    <a:pt x="2346960" y="0"/>
                  </a:lnTo>
                  <a:lnTo>
                    <a:pt x="2394926" y="2425"/>
                  </a:lnTo>
                  <a:lnTo>
                    <a:pt x="2412302" y="5079"/>
                  </a:lnTo>
                  <a:close/>
                </a:path>
                <a:path w="2816860" h="3613150">
                  <a:moveTo>
                    <a:pt x="383036" y="3612733"/>
                  </a:moveTo>
                  <a:lnTo>
                    <a:pt x="377447" y="3611880"/>
                  </a:lnTo>
                  <a:lnTo>
                    <a:pt x="382523" y="3611880"/>
                  </a:lnTo>
                  <a:lnTo>
                    <a:pt x="383036" y="3612733"/>
                  </a:lnTo>
                  <a:close/>
                </a:path>
                <a:path w="2816860" h="3613150">
                  <a:moveTo>
                    <a:pt x="62717" y="3385228"/>
                  </a:moveTo>
                  <a:lnTo>
                    <a:pt x="61533" y="3383280"/>
                  </a:lnTo>
                  <a:lnTo>
                    <a:pt x="62483" y="3383280"/>
                  </a:lnTo>
                  <a:lnTo>
                    <a:pt x="62717" y="3385228"/>
                  </a:lnTo>
                  <a:close/>
                </a:path>
                <a:path w="2816860" h="3613150">
                  <a:moveTo>
                    <a:pt x="19812" y="3286087"/>
                  </a:moveTo>
                  <a:lnTo>
                    <a:pt x="18677" y="3281680"/>
                  </a:lnTo>
                  <a:lnTo>
                    <a:pt x="19812" y="3281680"/>
                  </a:lnTo>
                  <a:lnTo>
                    <a:pt x="19812" y="3286087"/>
                  </a:lnTo>
                  <a:close/>
                </a:path>
                <a:path w="2816860" h="3613150">
                  <a:moveTo>
                    <a:pt x="6095" y="3223625"/>
                  </a:moveTo>
                  <a:lnTo>
                    <a:pt x="5264" y="3218180"/>
                  </a:lnTo>
                  <a:lnTo>
                    <a:pt x="6095" y="3218180"/>
                  </a:lnTo>
                  <a:lnTo>
                    <a:pt x="6095" y="3223625"/>
                  </a:lnTo>
                  <a:close/>
                </a:path>
                <a:path w="2816860" h="3613150">
                  <a:moveTo>
                    <a:pt x="4571" y="3213650"/>
                  </a:moveTo>
                  <a:lnTo>
                    <a:pt x="3323" y="3205480"/>
                  </a:lnTo>
                  <a:lnTo>
                    <a:pt x="4571" y="3205480"/>
                  </a:lnTo>
                  <a:lnTo>
                    <a:pt x="4571" y="3213650"/>
                  </a:lnTo>
                  <a:close/>
                </a:path>
                <a:path w="2816860" h="3613150">
                  <a:moveTo>
                    <a:pt x="3047" y="3203675"/>
                  </a:moveTo>
                  <a:lnTo>
                    <a:pt x="2425" y="3199598"/>
                  </a:lnTo>
                  <a:lnTo>
                    <a:pt x="2080" y="3192780"/>
                  </a:lnTo>
                  <a:lnTo>
                    <a:pt x="3047" y="3192780"/>
                  </a:lnTo>
                  <a:lnTo>
                    <a:pt x="3047" y="3203675"/>
                  </a:lnTo>
                  <a:close/>
                </a:path>
                <a:path w="2816860" h="3613150">
                  <a:moveTo>
                    <a:pt x="1523" y="3181774"/>
                  </a:moveTo>
                  <a:lnTo>
                    <a:pt x="154" y="3154680"/>
                  </a:lnTo>
                  <a:lnTo>
                    <a:pt x="1523" y="3154680"/>
                  </a:lnTo>
                  <a:lnTo>
                    <a:pt x="1523" y="3181774"/>
                  </a:lnTo>
                  <a:close/>
                </a:path>
                <a:path w="2816860" h="3613150">
                  <a:moveTo>
                    <a:pt x="79247" y="220979"/>
                  </a:moveTo>
                  <a:lnTo>
                    <a:pt x="71722" y="220979"/>
                  </a:lnTo>
                  <a:lnTo>
                    <a:pt x="80206" y="207019"/>
                  </a:lnTo>
                  <a:lnTo>
                    <a:pt x="88321" y="196171"/>
                  </a:lnTo>
                  <a:lnTo>
                    <a:pt x="86868" y="208279"/>
                  </a:lnTo>
                  <a:lnTo>
                    <a:pt x="80771" y="208279"/>
                  </a:lnTo>
                  <a:lnTo>
                    <a:pt x="79247" y="220979"/>
                  </a:lnTo>
                  <a:close/>
                </a:path>
                <a:path w="2816860" h="3613150">
                  <a:moveTo>
                    <a:pt x="45736" y="271752"/>
                  </a:moveTo>
                  <a:lnTo>
                    <a:pt x="44138" y="271752"/>
                  </a:lnTo>
                  <a:lnTo>
                    <a:pt x="56684" y="245721"/>
                  </a:lnTo>
                  <a:lnTo>
                    <a:pt x="71722" y="220979"/>
                  </a:lnTo>
                  <a:lnTo>
                    <a:pt x="70104" y="233679"/>
                  </a:lnTo>
                  <a:lnTo>
                    <a:pt x="67056" y="233679"/>
                  </a:lnTo>
                  <a:lnTo>
                    <a:pt x="62483" y="246379"/>
                  </a:lnTo>
                  <a:lnTo>
                    <a:pt x="60960" y="246379"/>
                  </a:lnTo>
                  <a:lnTo>
                    <a:pt x="54864" y="259079"/>
                  </a:lnTo>
                  <a:lnTo>
                    <a:pt x="53339" y="259079"/>
                  </a:lnTo>
                  <a:lnTo>
                    <a:pt x="45736" y="271752"/>
                  </a:lnTo>
                  <a:close/>
                </a:path>
                <a:path w="2816860" h="3613150">
                  <a:moveTo>
                    <a:pt x="19729" y="335258"/>
                  </a:moveTo>
                  <a:lnTo>
                    <a:pt x="21116" y="329867"/>
                  </a:lnTo>
                  <a:lnTo>
                    <a:pt x="36909" y="286750"/>
                  </a:lnTo>
                  <a:lnTo>
                    <a:pt x="38021" y="284442"/>
                  </a:lnTo>
                  <a:lnTo>
                    <a:pt x="36575" y="297179"/>
                  </a:lnTo>
                  <a:lnTo>
                    <a:pt x="33527" y="297179"/>
                  </a:lnTo>
                  <a:lnTo>
                    <a:pt x="32004" y="309879"/>
                  </a:lnTo>
                  <a:lnTo>
                    <a:pt x="28956" y="309879"/>
                  </a:lnTo>
                  <a:lnTo>
                    <a:pt x="19729" y="335258"/>
                  </a:lnTo>
                  <a:close/>
                </a:path>
                <a:path w="2816860" h="3613150">
                  <a:moveTo>
                    <a:pt x="1643" y="436885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19729" y="335258"/>
                  </a:lnTo>
                  <a:lnTo>
                    <a:pt x="18287" y="347979"/>
                  </a:lnTo>
                  <a:lnTo>
                    <a:pt x="16764" y="347979"/>
                  </a:lnTo>
                  <a:lnTo>
                    <a:pt x="12191" y="373379"/>
                  </a:lnTo>
                  <a:lnTo>
                    <a:pt x="10668" y="373379"/>
                  </a:lnTo>
                  <a:lnTo>
                    <a:pt x="9143" y="386079"/>
                  </a:lnTo>
                  <a:lnTo>
                    <a:pt x="4571" y="411479"/>
                  </a:lnTo>
                  <a:lnTo>
                    <a:pt x="1643" y="436885"/>
                  </a:lnTo>
                  <a:close/>
                </a:path>
                <a:path w="2816860" h="3613150">
                  <a:moveTo>
                    <a:pt x="0" y="474979"/>
                  </a:moveTo>
                  <a:lnTo>
                    <a:pt x="0" y="469392"/>
                  </a:lnTo>
                  <a:lnTo>
                    <a:pt x="1643" y="436885"/>
                  </a:lnTo>
                  <a:lnTo>
                    <a:pt x="0" y="474979"/>
                  </a:lnTo>
                  <a:close/>
                </a:path>
                <a:path w="2816860" h="3613150">
                  <a:moveTo>
                    <a:pt x="2473519" y="17779"/>
                  </a:moveTo>
                  <a:lnTo>
                    <a:pt x="2427732" y="17779"/>
                  </a:lnTo>
                  <a:lnTo>
                    <a:pt x="2419365" y="6158"/>
                  </a:lnTo>
                  <a:lnTo>
                    <a:pt x="2441513" y="9542"/>
                  </a:lnTo>
                  <a:lnTo>
                    <a:pt x="2473519" y="17779"/>
                  </a:lnTo>
                  <a:close/>
                </a:path>
                <a:path w="2816860" h="3613150">
                  <a:moveTo>
                    <a:pt x="2512048" y="30479"/>
                  </a:moveTo>
                  <a:lnTo>
                    <a:pt x="2479548" y="30479"/>
                  </a:lnTo>
                  <a:lnTo>
                    <a:pt x="2475125" y="18193"/>
                  </a:lnTo>
                  <a:lnTo>
                    <a:pt x="2486484" y="21116"/>
                  </a:lnTo>
                  <a:lnTo>
                    <a:pt x="2512048" y="30479"/>
                  </a:lnTo>
                  <a:close/>
                </a:path>
                <a:path w="2816860" h="3613150">
                  <a:moveTo>
                    <a:pt x="2590201" y="68579"/>
                  </a:moveTo>
                  <a:lnTo>
                    <a:pt x="2572512" y="68579"/>
                  </a:lnTo>
                  <a:lnTo>
                    <a:pt x="2542032" y="43179"/>
                  </a:lnTo>
                  <a:lnTo>
                    <a:pt x="2519172" y="43179"/>
                  </a:lnTo>
                  <a:lnTo>
                    <a:pt x="2516516" y="32116"/>
                  </a:lnTo>
                  <a:lnTo>
                    <a:pt x="2529602" y="36909"/>
                  </a:lnTo>
                  <a:lnTo>
                    <a:pt x="2570630" y="56684"/>
                  </a:lnTo>
                  <a:lnTo>
                    <a:pt x="2590201" y="68579"/>
                  </a:lnTo>
                  <a:close/>
                </a:path>
                <a:path w="2816860" h="3613150">
                  <a:moveTo>
                    <a:pt x="2610767" y="81279"/>
                  </a:moveTo>
                  <a:lnTo>
                    <a:pt x="2598420" y="81279"/>
                  </a:lnTo>
                  <a:lnTo>
                    <a:pt x="2593198" y="70400"/>
                  </a:lnTo>
                  <a:lnTo>
                    <a:pt x="2609332" y="80206"/>
                  </a:lnTo>
                  <a:lnTo>
                    <a:pt x="2610767" y="81279"/>
                  </a:lnTo>
                  <a:close/>
                </a:path>
                <a:path w="2816860" h="3613150">
                  <a:moveTo>
                    <a:pt x="2644726" y="106679"/>
                  </a:moveTo>
                  <a:lnTo>
                    <a:pt x="2630424" y="106679"/>
                  </a:lnTo>
                  <a:lnTo>
                    <a:pt x="2627376" y="93979"/>
                  </a:lnTo>
                  <a:lnTo>
                    <a:pt x="2613660" y="93979"/>
                  </a:lnTo>
                  <a:lnTo>
                    <a:pt x="2612271" y="82404"/>
                  </a:lnTo>
                  <a:lnTo>
                    <a:pt x="2644726" y="106679"/>
                  </a:lnTo>
                  <a:close/>
                </a:path>
                <a:path w="2816860" h="3613150">
                  <a:moveTo>
                    <a:pt x="2658830" y="119379"/>
                  </a:moveTo>
                  <a:lnTo>
                    <a:pt x="2656332" y="119379"/>
                  </a:lnTo>
                  <a:lnTo>
                    <a:pt x="2651600" y="112808"/>
                  </a:lnTo>
                  <a:lnTo>
                    <a:pt x="2658830" y="119379"/>
                  </a:lnTo>
                  <a:close/>
                </a:path>
                <a:path w="2816860" h="3613150">
                  <a:moveTo>
                    <a:pt x="2682579" y="141686"/>
                  </a:moveTo>
                  <a:lnTo>
                    <a:pt x="2668878" y="128512"/>
                  </a:lnTo>
                  <a:lnTo>
                    <a:pt x="2678811" y="137540"/>
                  </a:lnTo>
                  <a:lnTo>
                    <a:pt x="2682579" y="141686"/>
                  </a:lnTo>
                  <a:close/>
                </a:path>
                <a:path w="2816860" h="3613150">
                  <a:moveTo>
                    <a:pt x="2708477" y="170179"/>
                  </a:moveTo>
                  <a:lnTo>
                    <a:pt x="2699004" y="170179"/>
                  </a:lnTo>
                  <a:lnTo>
                    <a:pt x="2699004" y="159757"/>
                  </a:lnTo>
                  <a:lnTo>
                    <a:pt x="2708477" y="170179"/>
                  </a:lnTo>
                  <a:close/>
                </a:path>
                <a:path w="2816860" h="3613150">
                  <a:moveTo>
                    <a:pt x="2718089" y="182879"/>
                  </a:moveTo>
                  <a:lnTo>
                    <a:pt x="2709672" y="182879"/>
                  </a:lnTo>
                  <a:lnTo>
                    <a:pt x="2709672" y="171625"/>
                  </a:lnTo>
                  <a:lnTo>
                    <a:pt x="2718089" y="182879"/>
                  </a:lnTo>
                  <a:close/>
                </a:path>
                <a:path w="2816860" h="3613150">
                  <a:moveTo>
                    <a:pt x="2727588" y="195579"/>
                  </a:moveTo>
                  <a:lnTo>
                    <a:pt x="2720340" y="195579"/>
                  </a:lnTo>
                  <a:lnTo>
                    <a:pt x="2720340" y="185888"/>
                  </a:lnTo>
                  <a:lnTo>
                    <a:pt x="2727588" y="195579"/>
                  </a:lnTo>
                  <a:close/>
                </a:path>
                <a:path w="2816860" h="3613150">
                  <a:moveTo>
                    <a:pt x="2736911" y="208279"/>
                  </a:moveTo>
                  <a:lnTo>
                    <a:pt x="2729484" y="208279"/>
                  </a:lnTo>
                  <a:lnTo>
                    <a:pt x="2729484" y="198113"/>
                  </a:lnTo>
                  <a:lnTo>
                    <a:pt x="2736145" y="207019"/>
                  </a:lnTo>
                  <a:lnTo>
                    <a:pt x="2736911" y="208279"/>
                  </a:lnTo>
                  <a:close/>
                </a:path>
                <a:path w="2816860" h="3613150">
                  <a:moveTo>
                    <a:pt x="2744629" y="220979"/>
                  </a:moveTo>
                  <a:lnTo>
                    <a:pt x="2737104" y="220979"/>
                  </a:lnTo>
                  <a:lnTo>
                    <a:pt x="2737104" y="208597"/>
                  </a:lnTo>
                  <a:lnTo>
                    <a:pt x="2744629" y="220979"/>
                  </a:lnTo>
                  <a:close/>
                </a:path>
                <a:path w="2816860" h="3613150">
                  <a:moveTo>
                    <a:pt x="2752348" y="233679"/>
                  </a:moveTo>
                  <a:lnTo>
                    <a:pt x="2747772" y="233679"/>
                  </a:lnTo>
                  <a:lnTo>
                    <a:pt x="2746646" y="224297"/>
                  </a:lnTo>
                  <a:lnTo>
                    <a:pt x="2752348" y="233679"/>
                  </a:lnTo>
                  <a:close/>
                </a:path>
                <a:path w="2816860" h="3613150">
                  <a:moveTo>
                    <a:pt x="2759980" y="246371"/>
                  </a:moveTo>
                  <a:lnTo>
                    <a:pt x="2753868" y="246371"/>
                  </a:lnTo>
                  <a:lnTo>
                    <a:pt x="2753868" y="236180"/>
                  </a:lnTo>
                  <a:lnTo>
                    <a:pt x="2759667" y="245721"/>
                  </a:lnTo>
                  <a:lnTo>
                    <a:pt x="2759980" y="246371"/>
                  </a:lnTo>
                  <a:close/>
                </a:path>
                <a:path w="2816860" h="3613150">
                  <a:moveTo>
                    <a:pt x="2766105" y="259079"/>
                  </a:moveTo>
                  <a:lnTo>
                    <a:pt x="2759964" y="259079"/>
                  </a:lnTo>
                  <a:lnTo>
                    <a:pt x="2759980" y="246371"/>
                  </a:lnTo>
                  <a:lnTo>
                    <a:pt x="2766105" y="259079"/>
                  </a:lnTo>
                  <a:close/>
                </a:path>
                <a:path w="2816860" h="3613150">
                  <a:moveTo>
                    <a:pt x="2772227" y="271779"/>
                  </a:moveTo>
                  <a:lnTo>
                    <a:pt x="2767584" y="271779"/>
                  </a:lnTo>
                  <a:lnTo>
                    <a:pt x="2767584" y="262147"/>
                  </a:lnTo>
                  <a:lnTo>
                    <a:pt x="2772227" y="271779"/>
                  </a:lnTo>
                  <a:close/>
                </a:path>
                <a:path w="2816860" h="3613150">
                  <a:moveTo>
                    <a:pt x="2778330" y="284442"/>
                  </a:moveTo>
                  <a:lnTo>
                    <a:pt x="2773680" y="284442"/>
                  </a:lnTo>
                  <a:lnTo>
                    <a:pt x="2773680" y="274794"/>
                  </a:lnTo>
                  <a:lnTo>
                    <a:pt x="2778330" y="284442"/>
                  </a:lnTo>
                  <a:close/>
                </a:path>
                <a:path w="2816860" h="3613150">
                  <a:moveTo>
                    <a:pt x="2783262" y="297179"/>
                  </a:moveTo>
                  <a:lnTo>
                    <a:pt x="2778252" y="297179"/>
                  </a:lnTo>
                  <a:lnTo>
                    <a:pt x="2778330" y="284442"/>
                  </a:lnTo>
                  <a:lnTo>
                    <a:pt x="2779442" y="286750"/>
                  </a:lnTo>
                  <a:lnTo>
                    <a:pt x="2783262" y="297179"/>
                  </a:lnTo>
                  <a:close/>
                </a:path>
                <a:path w="2816860" h="3613150">
                  <a:moveTo>
                    <a:pt x="2787914" y="309879"/>
                  </a:moveTo>
                  <a:lnTo>
                    <a:pt x="2784348" y="309879"/>
                  </a:lnTo>
                  <a:lnTo>
                    <a:pt x="2784348" y="300142"/>
                  </a:lnTo>
                  <a:lnTo>
                    <a:pt x="2787914" y="309879"/>
                  </a:lnTo>
                  <a:close/>
                </a:path>
                <a:path w="2816860" h="3613150">
                  <a:moveTo>
                    <a:pt x="2792566" y="322579"/>
                  </a:moveTo>
                  <a:lnTo>
                    <a:pt x="2788920" y="322579"/>
                  </a:lnTo>
                  <a:lnTo>
                    <a:pt x="2788920" y="312625"/>
                  </a:lnTo>
                  <a:lnTo>
                    <a:pt x="2792566" y="322579"/>
                  </a:lnTo>
                  <a:close/>
                </a:path>
                <a:path w="2816860" h="3613150">
                  <a:moveTo>
                    <a:pt x="2796628" y="335279"/>
                  </a:moveTo>
                  <a:lnTo>
                    <a:pt x="2793492" y="335279"/>
                  </a:lnTo>
                  <a:lnTo>
                    <a:pt x="2793492" y="325108"/>
                  </a:lnTo>
                  <a:lnTo>
                    <a:pt x="2795235" y="329867"/>
                  </a:lnTo>
                  <a:lnTo>
                    <a:pt x="2796628" y="335279"/>
                  </a:lnTo>
                  <a:close/>
                </a:path>
                <a:path w="2816860" h="3613150">
                  <a:moveTo>
                    <a:pt x="2799896" y="347979"/>
                  </a:moveTo>
                  <a:lnTo>
                    <a:pt x="2798064" y="347979"/>
                  </a:lnTo>
                  <a:lnTo>
                    <a:pt x="2798064" y="340858"/>
                  </a:lnTo>
                  <a:lnTo>
                    <a:pt x="2799896" y="347979"/>
                  </a:lnTo>
                  <a:close/>
                </a:path>
                <a:path w="2816860" h="3613150">
                  <a:moveTo>
                    <a:pt x="2803165" y="360679"/>
                  </a:moveTo>
                  <a:lnTo>
                    <a:pt x="2801112" y="360679"/>
                  </a:lnTo>
                  <a:lnTo>
                    <a:pt x="2801112" y="352701"/>
                  </a:lnTo>
                  <a:lnTo>
                    <a:pt x="2803165" y="360679"/>
                  </a:lnTo>
                  <a:close/>
                </a:path>
                <a:path w="2816860" h="3613150">
                  <a:moveTo>
                    <a:pt x="2806433" y="373379"/>
                  </a:moveTo>
                  <a:lnTo>
                    <a:pt x="2804160" y="373379"/>
                  </a:lnTo>
                  <a:lnTo>
                    <a:pt x="2804160" y="364545"/>
                  </a:lnTo>
                  <a:lnTo>
                    <a:pt x="2806433" y="373379"/>
                  </a:lnTo>
                  <a:close/>
                </a:path>
                <a:path w="2816860" h="3613150">
                  <a:moveTo>
                    <a:pt x="2808526" y="386079"/>
                  </a:moveTo>
                  <a:lnTo>
                    <a:pt x="2807208" y="386079"/>
                  </a:lnTo>
                  <a:lnTo>
                    <a:pt x="2807208" y="377448"/>
                  </a:lnTo>
                  <a:lnTo>
                    <a:pt x="2808526" y="386079"/>
                  </a:lnTo>
                  <a:close/>
                </a:path>
                <a:path w="2816860" h="3613150">
                  <a:moveTo>
                    <a:pt x="2810467" y="398779"/>
                  </a:moveTo>
                  <a:lnTo>
                    <a:pt x="2808732" y="398779"/>
                  </a:lnTo>
                  <a:lnTo>
                    <a:pt x="2808732" y="387423"/>
                  </a:lnTo>
                  <a:lnTo>
                    <a:pt x="2810467" y="398779"/>
                  </a:lnTo>
                  <a:close/>
                </a:path>
                <a:path w="2816860" h="3613150">
                  <a:moveTo>
                    <a:pt x="2812407" y="411479"/>
                  </a:moveTo>
                  <a:lnTo>
                    <a:pt x="2811780" y="411479"/>
                  </a:lnTo>
                  <a:lnTo>
                    <a:pt x="2811780" y="407374"/>
                  </a:lnTo>
                  <a:lnTo>
                    <a:pt x="2812407" y="411479"/>
                  </a:lnTo>
                  <a:close/>
                </a:path>
                <a:path w="2816860" h="3613150">
                  <a:moveTo>
                    <a:pt x="2814066" y="424179"/>
                  </a:moveTo>
                  <a:lnTo>
                    <a:pt x="2813304" y="424179"/>
                  </a:lnTo>
                  <a:lnTo>
                    <a:pt x="2813304" y="417349"/>
                  </a:lnTo>
                  <a:lnTo>
                    <a:pt x="2813926" y="421425"/>
                  </a:lnTo>
                  <a:lnTo>
                    <a:pt x="2814066" y="424179"/>
                  </a:lnTo>
                  <a:close/>
                </a:path>
                <a:path w="2816860" h="3613150">
                  <a:moveTo>
                    <a:pt x="2814833" y="3182717"/>
                  </a:moveTo>
                  <a:lnTo>
                    <a:pt x="2816334" y="469392"/>
                  </a:lnTo>
                  <a:lnTo>
                    <a:pt x="2816352" y="3151632"/>
                  </a:lnTo>
                  <a:lnTo>
                    <a:pt x="2814833" y="3182717"/>
                  </a:lnTo>
                  <a:close/>
                </a:path>
                <a:path w="2816860" h="3613150">
                  <a:moveTo>
                    <a:pt x="2434993" y="3612477"/>
                  </a:moveTo>
                  <a:lnTo>
                    <a:pt x="2435352" y="3611880"/>
                  </a:lnTo>
                  <a:lnTo>
                    <a:pt x="2438904" y="3611880"/>
                  </a:lnTo>
                  <a:lnTo>
                    <a:pt x="2434993" y="3612477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8457" y="2192075"/>
              <a:ext cx="317556" cy="1973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03655" y="2189988"/>
              <a:ext cx="2212340" cy="3613150"/>
            </a:xfrm>
            <a:custGeom>
              <a:avLst/>
              <a:gdLst/>
              <a:ahLst/>
              <a:cxnLst/>
              <a:rect l="l" t="t" r="r" b="b"/>
              <a:pathLst>
                <a:path w="2212340" h="3613150">
                  <a:moveTo>
                    <a:pt x="203899" y="5079"/>
                  </a:moveTo>
                  <a:lnTo>
                    <a:pt x="221274" y="2425"/>
                  </a:lnTo>
                  <a:lnTo>
                    <a:pt x="269240" y="0"/>
                  </a:lnTo>
                  <a:lnTo>
                    <a:pt x="2146808" y="0"/>
                  </a:lnTo>
                  <a:lnTo>
                    <a:pt x="2194775" y="2425"/>
                  </a:lnTo>
                  <a:lnTo>
                    <a:pt x="2212151" y="5079"/>
                  </a:lnTo>
                </a:path>
                <a:path w="2212340" h="3613150">
                  <a:moveTo>
                    <a:pt x="182885" y="3612733"/>
                  </a:moveTo>
                  <a:lnTo>
                    <a:pt x="177296" y="3611879"/>
                  </a:lnTo>
                </a:path>
                <a:path w="2212340" h="3613150">
                  <a:moveTo>
                    <a:pt x="94070" y="3586851"/>
                  </a:moveTo>
                  <a:lnTo>
                    <a:pt x="93056" y="3586479"/>
                  </a:lnTo>
                </a:path>
                <a:path w="2212340" h="3613150">
                  <a:moveTo>
                    <a:pt x="40675" y="3561363"/>
                  </a:moveTo>
                  <a:lnTo>
                    <a:pt x="40208" y="3561079"/>
                  </a:lnTo>
                </a:path>
                <a:path w="2212340" h="3613150">
                  <a:moveTo>
                    <a:pt x="1239" y="3536607"/>
                  </a:moveTo>
                  <a:lnTo>
                    <a:pt x="0" y="353567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371" y="5467858"/>
              <a:ext cx="84954" cy="1610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3504" y="2386159"/>
              <a:ext cx="88900" cy="3037840"/>
            </a:xfrm>
            <a:custGeom>
              <a:avLst/>
              <a:gdLst/>
              <a:ahLst/>
              <a:cxnLst/>
              <a:rect l="l" t="t" r="r" b="b"/>
              <a:pathLst>
                <a:path w="88900" h="3037840">
                  <a:moveTo>
                    <a:pt x="7620" y="3037429"/>
                  </a:moveTo>
                  <a:lnTo>
                    <a:pt x="7204" y="3034708"/>
                  </a:lnTo>
                </a:path>
                <a:path w="88900" h="3037840">
                  <a:moveTo>
                    <a:pt x="6095" y="3027454"/>
                  </a:moveTo>
                  <a:lnTo>
                    <a:pt x="5264" y="3022008"/>
                  </a:lnTo>
                </a:path>
                <a:path w="88900" h="3037840">
                  <a:moveTo>
                    <a:pt x="4571" y="3017479"/>
                  </a:moveTo>
                  <a:lnTo>
                    <a:pt x="3323" y="3009308"/>
                  </a:lnTo>
                </a:path>
                <a:path w="88900" h="3037840">
                  <a:moveTo>
                    <a:pt x="3047" y="3007504"/>
                  </a:moveTo>
                  <a:lnTo>
                    <a:pt x="2425" y="3003427"/>
                  </a:lnTo>
                  <a:lnTo>
                    <a:pt x="2080" y="2996608"/>
                  </a:lnTo>
                </a:path>
                <a:path w="88900" h="3037840">
                  <a:moveTo>
                    <a:pt x="1523" y="2985603"/>
                  </a:moveTo>
                  <a:lnTo>
                    <a:pt x="154" y="2958508"/>
                  </a:lnTo>
                </a:path>
                <a:path w="88900" h="3037840">
                  <a:moveTo>
                    <a:pt x="0" y="2955461"/>
                  </a:moveTo>
                  <a:lnTo>
                    <a:pt x="0" y="278808"/>
                  </a:lnTo>
                  <a:lnTo>
                    <a:pt x="0" y="273220"/>
                  </a:lnTo>
                  <a:lnTo>
                    <a:pt x="1643" y="240714"/>
                  </a:lnTo>
                  <a:lnTo>
                    <a:pt x="2425" y="225254"/>
                  </a:lnTo>
                  <a:lnTo>
                    <a:pt x="9542" y="178667"/>
                  </a:lnTo>
                  <a:lnTo>
                    <a:pt x="19729" y="139087"/>
                  </a:lnTo>
                  <a:lnTo>
                    <a:pt x="21116" y="133696"/>
                  </a:lnTo>
                  <a:lnTo>
                    <a:pt x="36909" y="90579"/>
                  </a:lnTo>
                  <a:lnTo>
                    <a:pt x="38021" y="88271"/>
                  </a:lnTo>
                  <a:lnTo>
                    <a:pt x="44138" y="75581"/>
                  </a:lnTo>
                  <a:lnTo>
                    <a:pt x="56684" y="49550"/>
                  </a:lnTo>
                  <a:lnTo>
                    <a:pt x="71696" y="24850"/>
                  </a:lnTo>
                  <a:lnTo>
                    <a:pt x="80206" y="10848"/>
                  </a:lnTo>
                  <a:lnTo>
                    <a:pt x="88321" y="0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19059" y="2192337"/>
              <a:ext cx="402321" cy="4256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38497" y="2659380"/>
              <a:ext cx="381635" cy="3143250"/>
            </a:xfrm>
            <a:custGeom>
              <a:avLst/>
              <a:gdLst/>
              <a:ahLst/>
              <a:cxnLst/>
              <a:rect l="l" t="t" r="r" b="b"/>
              <a:pathLst>
                <a:path w="381635" h="3143250">
                  <a:moveTo>
                    <a:pt x="381340" y="0"/>
                  </a:moveTo>
                  <a:lnTo>
                    <a:pt x="381358" y="2682240"/>
                  </a:lnTo>
                  <a:lnTo>
                    <a:pt x="379840" y="2712259"/>
                  </a:lnTo>
                </a:path>
                <a:path w="381635" h="3143250">
                  <a:moveTo>
                    <a:pt x="372218" y="2774188"/>
                  </a:moveTo>
                  <a:lnTo>
                    <a:pt x="371900" y="2776803"/>
                  </a:lnTo>
                </a:path>
                <a:path w="381635" h="3143250">
                  <a:moveTo>
                    <a:pt x="3910" y="3142487"/>
                  </a:moveTo>
                  <a:lnTo>
                    <a:pt x="0" y="3143085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350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2346959" y="3621024"/>
                  </a:move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0350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0" y="469391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381781" y="2759449"/>
            <a:ext cx="126492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4.</a:t>
            </a:r>
            <a:r>
              <a:rPr dirty="0" sz="9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Habit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Tracker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4348" y="4928078"/>
            <a:ext cx="213804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Logs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history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panels,</a:t>
            </a:r>
            <a:r>
              <a:rPr dirty="0" sz="95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dynamic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progress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bar indicators,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empty-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state</a:t>
            </a:r>
            <a:r>
              <a:rPr dirty="0" sz="950" spc="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warning boxes.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17214" y="2186178"/>
            <a:ext cx="2824480" cy="3629025"/>
            <a:chOff x="3617214" y="2186178"/>
            <a:chExt cx="2824480" cy="3629025"/>
          </a:xfrm>
        </p:grpSpPr>
        <p:sp>
          <p:nvSpPr>
            <p:cNvPr id="17" name="object 17"/>
            <p:cNvSpPr/>
            <p:nvPr/>
          </p:nvSpPr>
          <p:spPr>
            <a:xfrm>
              <a:off x="3621024" y="2189988"/>
              <a:ext cx="2816860" cy="3613150"/>
            </a:xfrm>
            <a:custGeom>
              <a:avLst/>
              <a:gdLst/>
              <a:ahLst/>
              <a:cxnLst/>
              <a:rect l="l" t="t" r="r" b="b"/>
              <a:pathLst>
                <a:path w="2816860" h="3613150">
                  <a:moveTo>
                    <a:pt x="96011" y="195579"/>
                  </a:moveTo>
                  <a:lnTo>
                    <a:pt x="88763" y="195579"/>
                  </a:lnTo>
                  <a:lnTo>
                    <a:pt x="107237" y="170880"/>
                  </a:lnTo>
                  <a:lnTo>
                    <a:pt x="137541" y="137540"/>
                  </a:lnTo>
                  <a:lnTo>
                    <a:pt x="169720" y="108291"/>
                  </a:lnTo>
                  <a:lnTo>
                    <a:pt x="163067" y="119379"/>
                  </a:lnTo>
                  <a:lnTo>
                    <a:pt x="160019" y="119379"/>
                  </a:lnTo>
                  <a:lnTo>
                    <a:pt x="117348" y="170179"/>
                  </a:lnTo>
                  <a:lnTo>
                    <a:pt x="108203" y="170179"/>
                  </a:lnTo>
                  <a:lnTo>
                    <a:pt x="106679" y="182879"/>
                  </a:lnTo>
                  <a:lnTo>
                    <a:pt x="100583" y="182879"/>
                  </a:lnTo>
                  <a:lnTo>
                    <a:pt x="96011" y="195579"/>
                  </a:lnTo>
                  <a:close/>
                </a:path>
                <a:path w="2816860" h="3613150">
                  <a:moveTo>
                    <a:pt x="222512" y="81205"/>
                  </a:moveTo>
                  <a:lnTo>
                    <a:pt x="205684" y="81205"/>
                  </a:lnTo>
                  <a:lnTo>
                    <a:pt x="207019" y="80206"/>
                  </a:lnTo>
                  <a:lnTo>
                    <a:pt x="223860" y="69971"/>
                  </a:lnTo>
                  <a:lnTo>
                    <a:pt x="222632" y="80206"/>
                  </a:lnTo>
                  <a:lnTo>
                    <a:pt x="222512" y="81205"/>
                  </a:lnTo>
                  <a:close/>
                </a:path>
                <a:path w="2816860" h="3613150">
                  <a:moveTo>
                    <a:pt x="187451" y="106679"/>
                  </a:moveTo>
                  <a:lnTo>
                    <a:pt x="171626" y="106679"/>
                  </a:lnTo>
                  <a:lnTo>
                    <a:pt x="205684" y="81205"/>
                  </a:lnTo>
                  <a:lnTo>
                    <a:pt x="204216" y="93979"/>
                  </a:lnTo>
                  <a:lnTo>
                    <a:pt x="190500" y="93979"/>
                  </a:lnTo>
                  <a:lnTo>
                    <a:pt x="187451" y="106679"/>
                  </a:lnTo>
                  <a:close/>
                </a:path>
                <a:path w="2816860" h="3613150">
                  <a:moveTo>
                    <a:pt x="390155" y="17763"/>
                  </a:moveTo>
                  <a:lnTo>
                    <a:pt x="342895" y="17763"/>
                  </a:lnTo>
                  <a:lnTo>
                    <a:pt x="374838" y="9542"/>
                  </a:lnTo>
                  <a:lnTo>
                    <a:pt x="398699" y="5897"/>
                  </a:lnTo>
                  <a:lnTo>
                    <a:pt x="390155" y="17763"/>
                  </a:lnTo>
                  <a:close/>
                </a:path>
                <a:path w="2816860" h="3613150">
                  <a:moveTo>
                    <a:pt x="242316" y="68579"/>
                  </a:moveTo>
                  <a:lnTo>
                    <a:pt x="226150" y="68579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42895" y="17763"/>
                  </a:lnTo>
                  <a:lnTo>
                    <a:pt x="338327" y="30479"/>
                  </a:lnTo>
                  <a:lnTo>
                    <a:pt x="306324" y="30479"/>
                  </a:lnTo>
                  <a:lnTo>
                    <a:pt x="297179" y="43179"/>
                  </a:lnTo>
                  <a:lnTo>
                    <a:pt x="275843" y="43179"/>
                  </a:lnTo>
                  <a:lnTo>
                    <a:pt x="242316" y="68579"/>
                  </a:lnTo>
                  <a:close/>
                </a:path>
                <a:path w="2816860" h="3613150">
                  <a:moveTo>
                    <a:pt x="2412302" y="5079"/>
                  </a:moveTo>
                  <a:lnTo>
                    <a:pt x="404050" y="5079"/>
                  </a:lnTo>
                  <a:lnTo>
                    <a:pt x="421425" y="2425"/>
                  </a:lnTo>
                  <a:lnTo>
                    <a:pt x="469392" y="0"/>
                  </a:lnTo>
                  <a:lnTo>
                    <a:pt x="2346960" y="0"/>
                  </a:lnTo>
                  <a:lnTo>
                    <a:pt x="2394926" y="2425"/>
                  </a:lnTo>
                  <a:lnTo>
                    <a:pt x="2412302" y="5079"/>
                  </a:lnTo>
                  <a:close/>
                </a:path>
                <a:path w="2816860" h="3613150">
                  <a:moveTo>
                    <a:pt x="383036" y="3612733"/>
                  </a:moveTo>
                  <a:lnTo>
                    <a:pt x="377447" y="3611880"/>
                  </a:lnTo>
                  <a:lnTo>
                    <a:pt x="382524" y="3611880"/>
                  </a:lnTo>
                  <a:lnTo>
                    <a:pt x="383036" y="3612733"/>
                  </a:lnTo>
                  <a:close/>
                </a:path>
                <a:path w="2816860" h="3613150">
                  <a:moveTo>
                    <a:pt x="62717" y="3385228"/>
                  </a:moveTo>
                  <a:lnTo>
                    <a:pt x="61533" y="3383280"/>
                  </a:lnTo>
                  <a:lnTo>
                    <a:pt x="62483" y="3383280"/>
                  </a:lnTo>
                  <a:lnTo>
                    <a:pt x="62717" y="3385228"/>
                  </a:lnTo>
                  <a:close/>
                </a:path>
                <a:path w="2816860" h="3613150">
                  <a:moveTo>
                    <a:pt x="19811" y="3286087"/>
                  </a:moveTo>
                  <a:lnTo>
                    <a:pt x="18677" y="3281680"/>
                  </a:lnTo>
                  <a:lnTo>
                    <a:pt x="19811" y="3281680"/>
                  </a:lnTo>
                  <a:lnTo>
                    <a:pt x="19811" y="3286087"/>
                  </a:lnTo>
                  <a:close/>
                </a:path>
                <a:path w="2816860" h="3613150">
                  <a:moveTo>
                    <a:pt x="6095" y="3223624"/>
                  </a:moveTo>
                  <a:lnTo>
                    <a:pt x="5264" y="3218180"/>
                  </a:lnTo>
                  <a:lnTo>
                    <a:pt x="6095" y="3218180"/>
                  </a:lnTo>
                  <a:lnTo>
                    <a:pt x="6095" y="3223624"/>
                  </a:lnTo>
                  <a:close/>
                </a:path>
                <a:path w="2816860" h="3613150">
                  <a:moveTo>
                    <a:pt x="4572" y="3213651"/>
                  </a:moveTo>
                  <a:lnTo>
                    <a:pt x="3323" y="3205480"/>
                  </a:lnTo>
                  <a:lnTo>
                    <a:pt x="4572" y="3205480"/>
                  </a:lnTo>
                  <a:lnTo>
                    <a:pt x="4572" y="3213651"/>
                  </a:lnTo>
                  <a:close/>
                </a:path>
                <a:path w="2816860" h="3613150">
                  <a:moveTo>
                    <a:pt x="3048" y="3203675"/>
                  </a:moveTo>
                  <a:lnTo>
                    <a:pt x="2425" y="3199598"/>
                  </a:lnTo>
                  <a:lnTo>
                    <a:pt x="2080" y="3192780"/>
                  </a:lnTo>
                  <a:lnTo>
                    <a:pt x="3048" y="3192780"/>
                  </a:lnTo>
                  <a:lnTo>
                    <a:pt x="3048" y="3203675"/>
                  </a:lnTo>
                  <a:close/>
                </a:path>
                <a:path w="2816860" h="3613150">
                  <a:moveTo>
                    <a:pt x="1524" y="3181775"/>
                  </a:moveTo>
                  <a:lnTo>
                    <a:pt x="154" y="3154680"/>
                  </a:lnTo>
                  <a:lnTo>
                    <a:pt x="1524" y="3154680"/>
                  </a:lnTo>
                  <a:lnTo>
                    <a:pt x="1524" y="3181775"/>
                  </a:lnTo>
                  <a:close/>
                </a:path>
                <a:path w="2816860" h="3613150">
                  <a:moveTo>
                    <a:pt x="79248" y="220979"/>
                  </a:moveTo>
                  <a:lnTo>
                    <a:pt x="71722" y="220979"/>
                  </a:lnTo>
                  <a:lnTo>
                    <a:pt x="80206" y="207019"/>
                  </a:lnTo>
                  <a:lnTo>
                    <a:pt x="88321" y="196171"/>
                  </a:lnTo>
                  <a:lnTo>
                    <a:pt x="86867" y="208279"/>
                  </a:lnTo>
                  <a:lnTo>
                    <a:pt x="80772" y="208279"/>
                  </a:lnTo>
                  <a:lnTo>
                    <a:pt x="79248" y="220979"/>
                  </a:lnTo>
                  <a:close/>
                </a:path>
                <a:path w="2816860" h="3613150">
                  <a:moveTo>
                    <a:pt x="45736" y="271752"/>
                  </a:moveTo>
                  <a:lnTo>
                    <a:pt x="44138" y="271752"/>
                  </a:lnTo>
                  <a:lnTo>
                    <a:pt x="56684" y="245721"/>
                  </a:lnTo>
                  <a:lnTo>
                    <a:pt x="71722" y="220979"/>
                  </a:lnTo>
                  <a:lnTo>
                    <a:pt x="70103" y="233679"/>
                  </a:lnTo>
                  <a:lnTo>
                    <a:pt x="67056" y="233679"/>
                  </a:lnTo>
                  <a:lnTo>
                    <a:pt x="62483" y="246379"/>
                  </a:lnTo>
                  <a:lnTo>
                    <a:pt x="60959" y="246379"/>
                  </a:lnTo>
                  <a:lnTo>
                    <a:pt x="54864" y="259079"/>
                  </a:lnTo>
                  <a:lnTo>
                    <a:pt x="53340" y="259079"/>
                  </a:lnTo>
                  <a:lnTo>
                    <a:pt x="45736" y="271752"/>
                  </a:lnTo>
                  <a:close/>
                </a:path>
                <a:path w="2816860" h="3613150">
                  <a:moveTo>
                    <a:pt x="19729" y="335258"/>
                  </a:moveTo>
                  <a:lnTo>
                    <a:pt x="21116" y="329867"/>
                  </a:lnTo>
                  <a:lnTo>
                    <a:pt x="36909" y="286750"/>
                  </a:lnTo>
                  <a:lnTo>
                    <a:pt x="38021" y="284442"/>
                  </a:lnTo>
                  <a:lnTo>
                    <a:pt x="36575" y="297179"/>
                  </a:lnTo>
                  <a:lnTo>
                    <a:pt x="33527" y="297179"/>
                  </a:lnTo>
                  <a:lnTo>
                    <a:pt x="32003" y="309879"/>
                  </a:lnTo>
                  <a:lnTo>
                    <a:pt x="28956" y="309879"/>
                  </a:lnTo>
                  <a:lnTo>
                    <a:pt x="19729" y="335258"/>
                  </a:lnTo>
                  <a:close/>
                </a:path>
                <a:path w="2816860" h="3613150">
                  <a:moveTo>
                    <a:pt x="1643" y="436885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19729" y="335258"/>
                  </a:lnTo>
                  <a:lnTo>
                    <a:pt x="18287" y="347979"/>
                  </a:lnTo>
                  <a:lnTo>
                    <a:pt x="16764" y="347979"/>
                  </a:lnTo>
                  <a:lnTo>
                    <a:pt x="12191" y="373379"/>
                  </a:lnTo>
                  <a:lnTo>
                    <a:pt x="10667" y="373379"/>
                  </a:lnTo>
                  <a:lnTo>
                    <a:pt x="9143" y="386079"/>
                  </a:lnTo>
                  <a:lnTo>
                    <a:pt x="4572" y="411479"/>
                  </a:lnTo>
                  <a:lnTo>
                    <a:pt x="1643" y="436885"/>
                  </a:lnTo>
                  <a:close/>
                </a:path>
                <a:path w="2816860" h="3613150">
                  <a:moveTo>
                    <a:pt x="0" y="474979"/>
                  </a:moveTo>
                  <a:lnTo>
                    <a:pt x="0" y="469392"/>
                  </a:lnTo>
                  <a:lnTo>
                    <a:pt x="1643" y="436885"/>
                  </a:lnTo>
                  <a:lnTo>
                    <a:pt x="0" y="474979"/>
                  </a:lnTo>
                  <a:close/>
                </a:path>
                <a:path w="2816860" h="3613150">
                  <a:moveTo>
                    <a:pt x="2473519" y="17779"/>
                  </a:moveTo>
                  <a:lnTo>
                    <a:pt x="2427731" y="17779"/>
                  </a:lnTo>
                  <a:lnTo>
                    <a:pt x="2419365" y="6158"/>
                  </a:lnTo>
                  <a:lnTo>
                    <a:pt x="2441513" y="9542"/>
                  </a:lnTo>
                  <a:lnTo>
                    <a:pt x="2473519" y="17779"/>
                  </a:lnTo>
                  <a:close/>
                </a:path>
                <a:path w="2816860" h="3613150">
                  <a:moveTo>
                    <a:pt x="2512048" y="30479"/>
                  </a:moveTo>
                  <a:lnTo>
                    <a:pt x="2479547" y="30479"/>
                  </a:lnTo>
                  <a:lnTo>
                    <a:pt x="2475124" y="18193"/>
                  </a:lnTo>
                  <a:lnTo>
                    <a:pt x="2486484" y="21116"/>
                  </a:lnTo>
                  <a:lnTo>
                    <a:pt x="2512048" y="30479"/>
                  </a:lnTo>
                  <a:close/>
                </a:path>
                <a:path w="2816860" h="3613150">
                  <a:moveTo>
                    <a:pt x="2590201" y="68579"/>
                  </a:moveTo>
                  <a:lnTo>
                    <a:pt x="2572512" y="68579"/>
                  </a:lnTo>
                  <a:lnTo>
                    <a:pt x="2542031" y="43179"/>
                  </a:lnTo>
                  <a:lnTo>
                    <a:pt x="2519172" y="43179"/>
                  </a:lnTo>
                  <a:lnTo>
                    <a:pt x="2516517" y="32116"/>
                  </a:lnTo>
                  <a:lnTo>
                    <a:pt x="2529602" y="36909"/>
                  </a:lnTo>
                  <a:lnTo>
                    <a:pt x="2570630" y="56684"/>
                  </a:lnTo>
                  <a:lnTo>
                    <a:pt x="2590201" y="68579"/>
                  </a:lnTo>
                  <a:close/>
                </a:path>
                <a:path w="2816860" h="3613150">
                  <a:moveTo>
                    <a:pt x="2610767" y="81279"/>
                  </a:moveTo>
                  <a:lnTo>
                    <a:pt x="2598420" y="81279"/>
                  </a:lnTo>
                  <a:lnTo>
                    <a:pt x="2593198" y="70400"/>
                  </a:lnTo>
                  <a:lnTo>
                    <a:pt x="2609332" y="80206"/>
                  </a:lnTo>
                  <a:lnTo>
                    <a:pt x="2610767" y="81279"/>
                  </a:lnTo>
                  <a:close/>
                </a:path>
                <a:path w="2816860" h="3613150">
                  <a:moveTo>
                    <a:pt x="2644726" y="106679"/>
                  </a:moveTo>
                  <a:lnTo>
                    <a:pt x="2630424" y="106679"/>
                  </a:lnTo>
                  <a:lnTo>
                    <a:pt x="2627376" y="93979"/>
                  </a:lnTo>
                  <a:lnTo>
                    <a:pt x="2613660" y="93979"/>
                  </a:lnTo>
                  <a:lnTo>
                    <a:pt x="2612271" y="82404"/>
                  </a:lnTo>
                  <a:lnTo>
                    <a:pt x="2644726" y="106679"/>
                  </a:lnTo>
                  <a:close/>
                </a:path>
                <a:path w="2816860" h="3613150">
                  <a:moveTo>
                    <a:pt x="2658830" y="119379"/>
                  </a:moveTo>
                  <a:lnTo>
                    <a:pt x="2656331" y="119379"/>
                  </a:lnTo>
                  <a:lnTo>
                    <a:pt x="2651600" y="112808"/>
                  </a:lnTo>
                  <a:lnTo>
                    <a:pt x="2658830" y="119379"/>
                  </a:lnTo>
                  <a:close/>
                </a:path>
                <a:path w="2816860" h="3613150">
                  <a:moveTo>
                    <a:pt x="2682579" y="141686"/>
                  </a:moveTo>
                  <a:lnTo>
                    <a:pt x="2668877" y="128511"/>
                  </a:lnTo>
                  <a:lnTo>
                    <a:pt x="2678811" y="137540"/>
                  </a:lnTo>
                  <a:lnTo>
                    <a:pt x="2682579" y="141686"/>
                  </a:lnTo>
                  <a:close/>
                </a:path>
                <a:path w="2816860" h="3613150">
                  <a:moveTo>
                    <a:pt x="2708477" y="170179"/>
                  </a:moveTo>
                  <a:lnTo>
                    <a:pt x="2699004" y="170179"/>
                  </a:lnTo>
                  <a:lnTo>
                    <a:pt x="2699004" y="159757"/>
                  </a:lnTo>
                  <a:lnTo>
                    <a:pt x="2708477" y="170179"/>
                  </a:lnTo>
                  <a:close/>
                </a:path>
                <a:path w="2816860" h="3613150">
                  <a:moveTo>
                    <a:pt x="2718089" y="182879"/>
                  </a:moveTo>
                  <a:lnTo>
                    <a:pt x="2709672" y="182879"/>
                  </a:lnTo>
                  <a:lnTo>
                    <a:pt x="2709672" y="171626"/>
                  </a:lnTo>
                  <a:lnTo>
                    <a:pt x="2718089" y="182879"/>
                  </a:lnTo>
                  <a:close/>
                </a:path>
                <a:path w="2816860" h="3613150">
                  <a:moveTo>
                    <a:pt x="2727588" y="195579"/>
                  </a:moveTo>
                  <a:lnTo>
                    <a:pt x="2720340" y="195579"/>
                  </a:lnTo>
                  <a:lnTo>
                    <a:pt x="2720340" y="185888"/>
                  </a:lnTo>
                  <a:lnTo>
                    <a:pt x="2727588" y="195579"/>
                  </a:lnTo>
                  <a:close/>
                </a:path>
                <a:path w="2816860" h="3613150">
                  <a:moveTo>
                    <a:pt x="2736911" y="208279"/>
                  </a:moveTo>
                  <a:lnTo>
                    <a:pt x="2729483" y="208279"/>
                  </a:lnTo>
                  <a:lnTo>
                    <a:pt x="2729483" y="198113"/>
                  </a:lnTo>
                  <a:lnTo>
                    <a:pt x="2736145" y="207019"/>
                  </a:lnTo>
                  <a:lnTo>
                    <a:pt x="2736911" y="208279"/>
                  </a:lnTo>
                  <a:close/>
                </a:path>
                <a:path w="2816860" h="3613150">
                  <a:moveTo>
                    <a:pt x="2744629" y="220979"/>
                  </a:moveTo>
                  <a:lnTo>
                    <a:pt x="2737104" y="220979"/>
                  </a:lnTo>
                  <a:lnTo>
                    <a:pt x="2737104" y="208597"/>
                  </a:lnTo>
                  <a:lnTo>
                    <a:pt x="2744629" y="220979"/>
                  </a:lnTo>
                  <a:close/>
                </a:path>
                <a:path w="2816860" h="3613150">
                  <a:moveTo>
                    <a:pt x="2752348" y="233679"/>
                  </a:moveTo>
                  <a:lnTo>
                    <a:pt x="2747772" y="233679"/>
                  </a:lnTo>
                  <a:lnTo>
                    <a:pt x="2746646" y="224297"/>
                  </a:lnTo>
                  <a:lnTo>
                    <a:pt x="2752348" y="233679"/>
                  </a:lnTo>
                  <a:close/>
                </a:path>
                <a:path w="2816860" h="3613150">
                  <a:moveTo>
                    <a:pt x="2759980" y="246371"/>
                  </a:moveTo>
                  <a:lnTo>
                    <a:pt x="2753868" y="246371"/>
                  </a:lnTo>
                  <a:lnTo>
                    <a:pt x="2753868" y="236180"/>
                  </a:lnTo>
                  <a:lnTo>
                    <a:pt x="2759667" y="245721"/>
                  </a:lnTo>
                  <a:lnTo>
                    <a:pt x="2759980" y="246371"/>
                  </a:lnTo>
                  <a:close/>
                </a:path>
                <a:path w="2816860" h="3613150">
                  <a:moveTo>
                    <a:pt x="2766105" y="259079"/>
                  </a:moveTo>
                  <a:lnTo>
                    <a:pt x="2759963" y="259079"/>
                  </a:lnTo>
                  <a:lnTo>
                    <a:pt x="2759980" y="246371"/>
                  </a:lnTo>
                  <a:lnTo>
                    <a:pt x="2766105" y="259079"/>
                  </a:lnTo>
                  <a:close/>
                </a:path>
                <a:path w="2816860" h="3613150">
                  <a:moveTo>
                    <a:pt x="2772227" y="271779"/>
                  </a:moveTo>
                  <a:lnTo>
                    <a:pt x="2767583" y="271779"/>
                  </a:lnTo>
                  <a:lnTo>
                    <a:pt x="2767583" y="262146"/>
                  </a:lnTo>
                  <a:lnTo>
                    <a:pt x="2772227" y="271779"/>
                  </a:lnTo>
                  <a:close/>
                </a:path>
                <a:path w="2816860" h="3613150">
                  <a:moveTo>
                    <a:pt x="2778330" y="284442"/>
                  </a:moveTo>
                  <a:lnTo>
                    <a:pt x="2773679" y="284442"/>
                  </a:lnTo>
                  <a:lnTo>
                    <a:pt x="2773679" y="274794"/>
                  </a:lnTo>
                  <a:lnTo>
                    <a:pt x="2778330" y="284442"/>
                  </a:lnTo>
                  <a:close/>
                </a:path>
                <a:path w="2816860" h="3613150">
                  <a:moveTo>
                    <a:pt x="2783262" y="297179"/>
                  </a:moveTo>
                  <a:lnTo>
                    <a:pt x="2778252" y="297179"/>
                  </a:lnTo>
                  <a:lnTo>
                    <a:pt x="2778330" y="284442"/>
                  </a:lnTo>
                  <a:lnTo>
                    <a:pt x="2779442" y="286750"/>
                  </a:lnTo>
                  <a:lnTo>
                    <a:pt x="2783262" y="297179"/>
                  </a:lnTo>
                  <a:close/>
                </a:path>
                <a:path w="2816860" h="3613150">
                  <a:moveTo>
                    <a:pt x="2787914" y="309879"/>
                  </a:moveTo>
                  <a:lnTo>
                    <a:pt x="2784347" y="309879"/>
                  </a:lnTo>
                  <a:lnTo>
                    <a:pt x="2784347" y="300142"/>
                  </a:lnTo>
                  <a:lnTo>
                    <a:pt x="2787914" y="309879"/>
                  </a:lnTo>
                  <a:close/>
                </a:path>
                <a:path w="2816860" h="3613150">
                  <a:moveTo>
                    <a:pt x="2792566" y="322579"/>
                  </a:moveTo>
                  <a:lnTo>
                    <a:pt x="2788920" y="322579"/>
                  </a:lnTo>
                  <a:lnTo>
                    <a:pt x="2788920" y="312625"/>
                  </a:lnTo>
                  <a:lnTo>
                    <a:pt x="2792566" y="322579"/>
                  </a:lnTo>
                  <a:close/>
                </a:path>
                <a:path w="2816860" h="3613150">
                  <a:moveTo>
                    <a:pt x="2796628" y="335279"/>
                  </a:moveTo>
                  <a:lnTo>
                    <a:pt x="2793492" y="335279"/>
                  </a:lnTo>
                  <a:lnTo>
                    <a:pt x="2793492" y="325107"/>
                  </a:lnTo>
                  <a:lnTo>
                    <a:pt x="2795235" y="329867"/>
                  </a:lnTo>
                  <a:lnTo>
                    <a:pt x="2796628" y="335279"/>
                  </a:lnTo>
                  <a:close/>
                </a:path>
                <a:path w="2816860" h="3613150">
                  <a:moveTo>
                    <a:pt x="2799896" y="347979"/>
                  </a:moveTo>
                  <a:lnTo>
                    <a:pt x="2798063" y="347979"/>
                  </a:lnTo>
                  <a:lnTo>
                    <a:pt x="2798063" y="340857"/>
                  </a:lnTo>
                  <a:lnTo>
                    <a:pt x="2799896" y="347979"/>
                  </a:lnTo>
                  <a:close/>
                </a:path>
                <a:path w="2816860" h="3613150">
                  <a:moveTo>
                    <a:pt x="2803165" y="360679"/>
                  </a:moveTo>
                  <a:lnTo>
                    <a:pt x="2801112" y="360679"/>
                  </a:lnTo>
                  <a:lnTo>
                    <a:pt x="2801112" y="352701"/>
                  </a:lnTo>
                  <a:lnTo>
                    <a:pt x="2803165" y="360679"/>
                  </a:lnTo>
                  <a:close/>
                </a:path>
                <a:path w="2816860" h="3613150">
                  <a:moveTo>
                    <a:pt x="2806433" y="373379"/>
                  </a:moveTo>
                  <a:lnTo>
                    <a:pt x="2804160" y="373379"/>
                  </a:lnTo>
                  <a:lnTo>
                    <a:pt x="2804160" y="364544"/>
                  </a:lnTo>
                  <a:lnTo>
                    <a:pt x="2806433" y="373379"/>
                  </a:lnTo>
                  <a:close/>
                </a:path>
                <a:path w="2816860" h="3613150">
                  <a:moveTo>
                    <a:pt x="2808526" y="386079"/>
                  </a:moveTo>
                  <a:lnTo>
                    <a:pt x="2807208" y="386079"/>
                  </a:lnTo>
                  <a:lnTo>
                    <a:pt x="2807208" y="377449"/>
                  </a:lnTo>
                  <a:lnTo>
                    <a:pt x="2808526" y="386079"/>
                  </a:lnTo>
                  <a:close/>
                </a:path>
                <a:path w="2816860" h="3613150">
                  <a:moveTo>
                    <a:pt x="2810467" y="398779"/>
                  </a:moveTo>
                  <a:lnTo>
                    <a:pt x="2808731" y="398779"/>
                  </a:lnTo>
                  <a:lnTo>
                    <a:pt x="2808731" y="387422"/>
                  </a:lnTo>
                  <a:lnTo>
                    <a:pt x="2810467" y="398779"/>
                  </a:lnTo>
                  <a:close/>
                </a:path>
                <a:path w="2816860" h="3613150">
                  <a:moveTo>
                    <a:pt x="2812407" y="411479"/>
                  </a:moveTo>
                  <a:lnTo>
                    <a:pt x="2811779" y="411479"/>
                  </a:lnTo>
                  <a:lnTo>
                    <a:pt x="2811779" y="407373"/>
                  </a:lnTo>
                  <a:lnTo>
                    <a:pt x="2812407" y="411479"/>
                  </a:lnTo>
                  <a:close/>
                </a:path>
                <a:path w="2816860" h="3613150">
                  <a:moveTo>
                    <a:pt x="2814066" y="424179"/>
                  </a:moveTo>
                  <a:lnTo>
                    <a:pt x="2813304" y="424179"/>
                  </a:lnTo>
                  <a:lnTo>
                    <a:pt x="2813304" y="417350"/>
                  </a:lnTo>
                  <a:lnTo>
                    <a:pt x="2813926" y="421425"/>
                  </a:lnTo>
                  <a:lnTo>
                    <a:pt x="2814066" y="424179"/>
                  </a:lnTo>
                  <a:close/>
                </a:path>
                <a:path w="2816860" h="3613150">
                  <a:moveTo>
                    <a:pt x="2814833" y="3182718"/>
                  </a:moveTo>
                  <a:lnTo>
                    <a:pt x="2816334" y="469392"/>
                  </a:lnTo>
                  <a:lnTo>
                    <a:pt x="2816352" y="3151632"/>
                  </a:lnTo>
                  <a:lnTo>
                    <a:pt x="2814833" y="3182718"/>
                  </a:lnTo>
                  <a:close/>
                </a:path>
                <a:path w="2816860" h="3613150">
                  <a:moveTo>
                    <a:pt x="2434993" y="3612477"/>
                  </a:moveTo>
                  <a:lnTo>
                    <a:pt x="2435352" y="3611880"/>
                  </a:lnTo>
                  <a:lnTo>
                    <a:pt x="2438904" y="3611880"/>
                  </a:lnTo>
                  <a:lnTo>
                    <a:pt x="2434993" y="3612477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05977" y="2192075"/>
              <a:ext cx="317555" cy="1973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21175" y="2189988"/>
              <a:ext cx="2212340" cy="3613150"/>
            </a:xfrm>
            <a:custGeom>
              <a:avLst/>
              <a:gdLst/>
              <a:ahLst/>
              <a:cxnLst/>
              <a:rect l="l" t="t" r="r" b="b"/>
              <a:pathLst>
                <a:path w="2212340" h="3613150">
                  <a:moveTo>
                    <a:pt x="203899" y="5079"/>
                  </a:moveTo>
                  <a:lnTo>
                    <a:pt x="221274" y="2425"/>
                  </a:lnTo>
                  <a:lnTo>
                    <a:pt x="269240" y="0"/>
                  </a:lnTo>
                  <a:lnTo>
                    <a:pt x="2146808" y="0"/>
                  </a:lnTo>
                  <a:lnTo>
                    <a:pt x="2194775" y="2425"/>
                  </a:lnTo>
                  <a:lnTo>
                    <a:pt x="2212151" y="5079"/>
                  </a:lnTo>
                </a:path>
                <a:path w="2212340" h="3613150">
                  <a:moveTo>
                    <a:pt x="182885" y="3612733"/>
                  </a:moveTo>
                  <a:lnTo>
                    <a:pt x="177296" y="3611879"/>
                  </a:lnTo>
                </a:path>
                <a:path w="2212340" h="3613150">
                  <a:moveTo>
                    <a:pt x="94070" y="3586851"/>
                  </a:moveTo>
                  <a:lnTo>
                    <a:pt x="93056" y="3586479"/>
                  </a:lnTo>
                </a:path>
                <a:path w="2212340" h="3613150">
                  <a:moveTo>
                    <a:pt x="40675" y="3561363"/>
                  </a:moveTo>
                  <a:lnTo>
                    <a:pt x="40208" y="3561079"/>
                  </a:lnTo>
                </a:path>
                <a:path w="2212340" h="3613150">
                  <a:moveTo>
                    <a:pt x="1239" y="3536606"/>
                  </a:moveTo>
                  <a:lnTo>
                    <a:pt x="0" y="353567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35891" y="5467858"/>
              <a:ext cx="84954" cy="16107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21024" y="2386159"/>
              <a:ext cx="88900" cy="3037840"/>
            </a:xfrm>
            <a:custGeom>
              <a:avLst/>
              <a:gdLst/>
              <a:ahLst/>
              <a:cxnLst/>
              <a:rect l="l" t="t" r="r" b="b"/>
              <a:pathLst>
                <a:path w="88900" h="3037840">
                  <a:moveTo>
                    <a:pt x="7619" y="3037428"/>
                  </a:moveTo>
                  <a:lnTo>
                    <a:pt x="7204" y="3034708"/>
                  </a:lnTo>
                </a:path>
                <a:path w="88900" h="3037840">
                  <a:moveTo>
                    <a:pt x="6095" y="3027453"/>
                  </a:moveTo>
                  <a:lnTo>
                    <a:pt x="5264" y="3022008"/>
                  </a:lnTo>
                </a:path>
                <a:path w="88900" h="3037840">
                  <a:moveTo>
                    <a:pt x="4572" y="3017479"/>
                  </a:moveTo>
                  <a:lnTo>
                    <a:pt x="3323" y="3009308"/>
                  </a:lnTo>
                </a:path>
                <a:path w="88900" h="3037840">
                  <a:moveTo>
                    <a:pt x="3048" y="3007504"/>
                  </a:moveTo>
                  <a:lnTo>
                    <a:pt x="2425" y="3003427"/>
                  </a:lnTo>
                  <a:lnTo>
                    <a:pt x="2080" y="2996608"/>
                  </a:lnTo>
                </a:path>
                <a:path w="88900" h="3037840">
                  <a:moveTo>
                    <a:pt x="1524" y="2985604"/>
                  </a:moveTo>
                  <a:lnTo>
                    <a:pt x="154" y="2958508"/>
                  </a:lnTo>
                </a:path>
                <a:path w="88900" h="3037840">
                  <a:moveTo>
                    <a:pt x="0" y="2955461"/>
                  </a:moveTo>
                  <a:lnTo>
                    <a:pt x="0" y="278808"/>
                  </a:lnTo>
                  <a:lnTo>
                    <a:pt x="0" y="273220"/>
                  </a:lnTo>
                  <a:lnTo>
                    <a:pt x="1643" y="240714"/>
                  </a:lnTo>
                  <a:lnTo>
                    <a:pt x="2425" y="225254"/>
                  </a:lnTo>
                  <a:lnTo>
                    <a:pt x="9542" y="178667"/>
                  </a:lnTo>
                  <a:lnTo>
                    <a:pt x="19729" y="139087"/>
                  </a:lnTo>
                  <a:lnTo>
                    <a:pt x="21116" y="133696"/>
                  </a:lnTo>
                  <a:lnTo>
                    <a:pt x="36909" y="90579"/>
                  </a:lnTo>
                  <a:lnTo>
                    <a:pt x="38021" y="88271"/>
                  </a:lnTo>
                  <a:lnTo>
                    <a:pt x="44138" y="75581"/>
                  </a:lnTo>
                  <a:lnTo>
                    <a:pt x="56684" y="49550"/>
                  </a:lnTo>
                  <a:lnTo>
                    <a:pt x="71696" y="24850"/>
                  </a:lnTo>
                  <a:lnTo>
                    <a:pt x="80206" y="10848"/>
                  </a:lnTo>
                  <a:lnTo>
                    <a:pt x="88321" y="0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36579" y="2192337"/>
              <a:ext cx="402320" cy="42564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056018" y="2659380"/>
              <a:ext cx="381635" cy="3143250"/>
            </a:xfrm>
            <a:custGeom>
              <a:avLst/>
              <a:gdLst/>
              <a:ahLst/>
              <a:cxnLst/>
              <a:rect l="l" t="t" r="r" b="b"/>
              <a:pathLst>
                <a:path w="381635" h="3143250">
                  <a:moveTo>
                    <a:pt x="381340" y="0"/>
                  </a:moveTo>
                  <a:lnTo>
                    <a:pt x="381358" y="2682240"/>
                  </a:lnTo>
                  <a:lnTo>
                    <a:pt x="379840" y="2712262"/>
                  </a:lnTo>
                </a:path>
                <a:path w="381635" h="3143250">
                  <a:moveTo>
                    <a:pt x="372218" y="2774188"/>
                  </a:moveTo>
                  <a:lnTo>
                    <a:pt x="371900" y="2776803"/>
                  </a:lnTo>
                </a:path>
                <a:path w="381635" h="3143250">
                  <a:moveTo>
                    <a:pt x="3910" y="3142487"/>
                  </a:moveTo>
                  <a:lnTo>
                    <a:pt x="0" y="3143085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62102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2346959" y="3621024"/>
                  </a:move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2102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60" h="3621404">
                  <a:moveTo>
                    <a:pt x="0" y="469391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4448040" y="2687788"/>
            <a:ext cx="116586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5. Chat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Widget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Panel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07617" y="5001231"/>
            <a:ext cx="204660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Floating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drawer</a:t>
            </a:r>
            <a:r>
              <a:rPr dirty="0" sz="950" spc="-3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displaying</a:t>
            </a:r>
            <a:r>
              <a:rPr dirty="0" sz="950" spc="-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sequenced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loaders,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dynamic</a:t>
            </a:r>
            <a:r>
              <a:rPr dirty="0" sz="950" spc="-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chat</a:t>
            </a:r>
            <a:r>
              <a:rPr dirty="0" sz="95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headers,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and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suggestion</a:t>
            </a:r>
            <a:r>
              <a:rPr dirty="0" sz="95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chips.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72833" y="2186178"/>
            <a:ext cx="2824480" cy="3629025"/>
            <a:chOff x="6672833" y="2186178"/>
            <a:chExt cx="2824480" cy="3629025"/>
          </a:xfrm>
        </p:grpSpPr>
        <p:sp>
          <p:nvSpPr>
            <p:cNvPr id="29" name="object 29"/>
            <p:cNvSpPr/>
            <p:nvPr/>
          </p:nvSpPr>
          <p:spPr>
            <a:xfrm>
              <a:off x="6677439" y="2189988"/>
              <a:ext cx="2815590" cy="3613150"/>
            </a:xfrm>
            <a:custGeom>
              <a:avLst/>
              <a:gdLst/>
              <a:ahLst/>
              <a:cxnLst/>
              <a:rect l="l" t="t" r="r" b="b"/>
              <a:pathLst>
                <a:path w="2815590" h="3613150">
                  <a:moveTo>
                    <a:pt x="75403" y="220979"/>
                  </a:moveTo>
                  <a:lnTo>
                    <a:pt x="70925" y="220979"/>
                  </a:lnTo>
                  <a:lnTo>
                    <a:pt x="78326" y="208803"/>
                  </a:lnTo>
                  <a:lnTo>
                    <a:pt x="75403" y="220979"/>
                  </a:lnTo>
                  <a:close/>
                </a:path>
                <a:path w="2815590" h="3613150">
                  <a:moveTo>
                    <a:pt x="69307" y="233678"/>
                  </a:moveTo>
                  <a:lnTo>
                    <a:pt x="63208" y="233678"/>
                  </a:lnTo>
                  <a:lnTo>
                    <a:pt x="70925" y="220979"/>
                  </a:lnTo>
                  <a:lnTo>
                    <a:pt x="69307" y="233678"/>
                  </a:lnTo>
                  <a:close/>
                </a:path>
                <a:path w="2815590" h="3613150">
                  <a:moveTo>
                    <a:pt x="847" y="436885"/>
                  </a:moveTo>
                  <a:lnTo>
                    <a:pt x="8746" y="374838"/>
                  </a:lnTo>
                  <a:lnTo>
                    <a:pt x="20320" y="329867"/>
                  </a:lnTo>
                  <a:lnTo>
                    <a:pt x="36113" y="286750"/>
                  </a:lnTo>
                  <a:lnTo>
                    <a:pt x="55888" y="245721"/>
                  </a:lnTo>
                  <a:lnTo>
                    <a:pt x="63208" y="233678"/>
                  </a:lnTo>
                  <a:lnTo>
                    <a:pt x="58639" y="246379"/>
                  </a:lnTo>
                  <a:lnTo>
                    <a:pt x="57115" y="246379"/>
                  </a:lnTo>
                  <a:lnTo>
                    <a:pt x="41875" y="284479"/>
                  </a:lnTo>
                  <a:lnTo>
                    <a:pt x="40351" y="284479"/>
                  </a:lnTo>
                  <a:lnTo>
                    <a:pt x="35779" y="297179"/>
                  </a:lnTo>
                  <a:lnTo>
                    <a:pt x="32731" y="297179"/>
                  </a:lnTo>
                  <a:lnTo>
                    <a:pt x="31207" y="309879"/>
                  </a:lnTo>
                  <a:lnTo>
                    <a:pt x="29683" y="309879"/>
                  </a:lnTo>
                  <a:lnTo>
                    <a:pt x="17491" y="347979"/>
                  </a:lnTo>
                  <a:lnTo>
                    <a:pt x="15967" y="347979"/>
                  </a:lnTo>
                  <a:lnTo>
                    <a:pt x="14443" y="360679"/>
                  </a:lnTo>
                  <a:lnTo>
                    <a:pt x="12919" y="360679"/>
                  </a:lnTo>
                  <a:lnTo>
                    <a:pt x="11395" y="373379"/>
                  </a:lnTo>
                  <a:lnTo>
                    <a:pt x="8347" y="386079"/>
                  </a:lnTo>
                  <a:lnTo>
                    <a:pt x="3775" y="411479"/>
                  </a:lnTo>
                  <a:lnTo>
                    <a:pt x="847" y="436885"/>
                  </a:lnTo>
                  <a:close/>
                </a:path>
                <a:path w="2815590" h="3613150">
                  <a:moveTo>
                    <a:pt x="86071" y="208279"/>
                  </a:moveTo>
                  <a:lnTo>
                    <a:pt x="78644" y="208279"/>
                  </a:lnTo>
                  <a:lnTo>
                    <a:pt x="79410" y="207019"/>
                  </a:lnTo>
                  <a:lnTo>
                    <a:pt x="106441" y="170880"/>
                  </a:lnTo>
                  <a:lnTo>
                    <a:pt x="128527" y="146581"/>
                  </a:lnTo>
                  <a:lnTo>
                    <a:pt x="127219" y="157479"/>
                  </a:lnTo>
                  <a:lnTo>
                    <a:pt x="113503" y="170179"/>
                  </a:lnTo>
                  <a:lnTo>
                    <a:pt x="111979" y="170179"/>
                  </a:lnTo>
                  <a:lnTo>
                    <a:pt x="105883" y="182879"/>
                  </a:lnTo>
                  <a:lnTo>
                    <a:pt x="98263" y="182879"/>
                  </a:lnTo>
                  <a:lnTo>
                    <a:pt x="93691" y="195579"/>
                  </a:lnTo>
                  <a:lnTo>
                    <a:pt x="89119" y="195579"/>
                  </a:lnTo>
                  <a:lnTo>
                    <a:pt x="86071" y="208279"/>
                  </a:lnTo>
                  <a:close/>
                </a:path>
                <a:path w="2815590" h="3613150">
                  <a:moveTo>
                    <a:pt x="221716" y="81205"/>
                  </a:moveTo>
                  <a:lnTo>
                    <a:pt x="204888" y="81205"/>
                  </a:lnTo>
                  <a:lnTo>
                    <a:pt x="206223" y="80206"/>
                  </a:lnTo>
                  <a:lnTo>
                    <a:pt x="223064" y="69971"/>
                  </a:lnTo>
                  <a:lnTo>
                    <a:pt x="221836" y="80206"/>
                  </a:lnTo>
                  <a:lnTo>
                    <a:pt x="221716" y="81205"/>
                  </a:lnTo>
                  <a:close/>
                </a:path>
                <a:path w="2815590" h="3613150">
                  <a:moveTo>
                    <a:pt x="133308" y="141321"/>
                  </a:moveTo>
                  <a:lnTo>
                    <a:pt x="136744" y="137540"/>
                  </a:lnTo>
                  <a:lnTo>
                    <a:pt x="170084" y="107237"/>
                  </a:lnTo>
                  <a:lnTo>
                    <a:pt x="204888" y="81205"/>
                  </a:lnTo>
                  <a:lnTo>
                    <a:pt x="201895" y="93979"/>
                  </a:lnTo>
                  <a:lnTo>
                    <a:pt x="188179" y="93979"/>
                  </a:lnTo>
                  <a:lnTo>
                    <a:pt x="185131" y="106679"/>
                  </a:lnTo>
                  <a:lnTo>
                    <a:pt x="171415" y="106679"/>
                  </a:lnTo>
                  <a:lnTo>
                    <a:pt x="163795" y="119379"/>
                  </a:lnTo>
                  <a:lnTo>
                    <a:pt x="160747" y="119379"/>
                  </a:lnTo>
                  <a:lnTo>
                    <a:pt x="148555" y="132079"/>
                  </a:lnTo>
                  <a:lnTo>
                    <a:pt x="145507" y="132079"/>
                  </a:lnTo>
                  <a:lnTo>
                    <a:pt x="133308" y="141321"/>
                  </a:lnTo>
                  <a:close/>
                </a:path>
                <a:path w="2815590" h="3613150">
                  <a:moveTo>
                    <a:pt x="238471" y="68579"/>
                  </a:moveTo>
                  <a:lnTo>
                    <a:pt x="225354" y="68579"/>
                  </a:lnTo>
                  <a:lnTo>
                    <a:pt x="244925" y="56684"/>
                  </a:lnTo>
                  <a:lnTo>
                    <a:pt x="285953" y="36909"/>
                  </a:lnTo>
                  <a:lnTo>
                    <a:pt x="300568" y="31556"/>
                  </a:lnTo>
                  <a:lnTo>
                    <a:pt x="296383" y="43179"/>
                  </a:lnTo>
                  <a:lnTo>
                    <a:pt x="278095" y="43179"/>
                  </a:lnTo>
                  <a:lnTo>
                    <a:pt x="238471" y="68579"/>
                  </a:lnTo>
                  <a:close/>
                </a:path>
                <a:path w="2815590" h="3613150">
                  <a:moveTo>
                    <a:pt x="380227" y="17763"/>
                  </a:moveTo>
                  <a:lnTo>
                    <a:pt x="342099" y="17763"/>
                  </a:lnTo>
                  <a:lnTo>
                    <a:pt x="374042" y="9542"/>
                  </a:lnTo>
                  <a:lnTo>
                    <a:pt x="397148" y="6012"/>
                  </a:lnTo>
                  <a:lnTo>
                    <a:pt x="380227" y="17763"/>
                  </a:lnTo>
                  <a:close/>
                </a:path>
                <a:path w="2815590" h="3613150">
                  <a:moveTo>
                    <a:pt x="336007" y="30479"/>
                  </a:moveTo>
                  <a:lnTo>
                    <a:pt x="303507" y="30479"/>
                  </a:lnTo>
                  <a:lnTo>
                    <a:pt x="329071" y="21116"/>
                  </a:lnTo>
                  <a:lnTo>
                    <a:pt x="342099" y="17763"/>
                  </a:lnTo>
                  <a:lnTo>
                    <a:pt x="336007" y="30479"/>
                  </a:lnTo>
                  <a:close/>
                </a:path>
                <a:path w="2815590" h="3613150">
                  <a:moveTo>
                    <a:pt x="2411505" y="5079"/>
                  </a:moveTo>
                  <a:lnTo>
                    <a:pt x="403253" y="5079"/>
                  </a:lnTo>
                  <a:lnTo>
                    <a:pt x="420629" y="2425"/>
                  </a:lnTo>
                  <a:lnTo>
                    <a:pt x="468595" y="0"/>
                  </a:lnTo>
                  <a:lnTo>
                    <a:pt x="2346163" y="0"/>
                  </a:lnTo>
                  <a:lnTo>
                    <a:pt x="2394130" y="2425"/>
                  </a:lnTo>
                  <a:lnTo>
                    <a:pt x="2411505" y="5079"/>
                  </a:lnTo>
                  <a:close/>
                </a:path>
                <a:path w="2815590" h="3613150">
                  <a:moveTo>
                    <a:pt x="381205" y="3612575"/>
                  </a:moveTo>
                  <a:lnTo>
                    <a:pt x="376651" y="3611880"/>
                  </a:lnTo>
                  <a:lnTo>
                    <a:pt x="380203" y="3611880"/>
                  </a:lnTo>
                  <a:lnTo>
                    <a:pt x="381205" y="3612575"/>
                  </a:lnTo>
                  <a:close/>
                </a:path>
                <a:path w="2815590" h="3613150">
                  <a:moveTo>
                    <a:pt x="127219" y="3473003"/>
                  </a:moveTo>
                  <a:lnTo>
                    <a:pt x="114972" y="3459529"/>
                  </a:lnTo>
                  <a:lnTo>
                    <a:pt x="127219" y="3472180"/>
                  </a:lnTo>
                  <a:lnTo>
                    <a:pt x="127219" y="3473003"/>
                  </a:lnTo>
                  <a:close/>
                </a:path>
                <a:path w="2815590" h="3613150">
                  <a:moveTo>
                    <a:pt x="86071" y="3422910"/>
                  </a:moveTo>
                  <a:lnTo>
                    <a:pt x="84927" y="3421380"/>
                  </a:lnTo>
                  <a:lnTo>
                    <a:pt x="86071" y="3421380"/>
                  </a:lnTo>
                  <a:lnTo>
                    <a:pt x="86071" y="3422910"/>
                  </a:lnTo>
                  <a:close/>
                </a:path>
                <a:path w="2815590" h="3613150">
                  <a:moveTo>
                    <a:pt x="2251" y="3203675"/>
                  </a:moveTo>
                  <a:lnTo>
                    <a:pt x="1628" y="3199598"/>
                  </a:lnTo>
                  <a:lnTo>
                    <a:pt x="1284" y="3192780"/>
                  </a:lnTo>
                  <a:lnTo>
                    <a:pt x="2251" y="3192780"/>
                  </a:lnTo>
                  <a:lnTo>
                    <a:pt x="2251" y="3203675"/>
                  </a:lnTo>
                  <a:close/>
                </a:path>
                <a:path w="2815590" h="3613150">
                  <a:moveTo>
                    <a:pt x="727" y="3181769"/>
                  </a:moveTo>
                  <a:lnTo>
                    <a:pt x="0" y="3167380"/>
                  </a:lnTo>
                  <a:lnTo>
                    <a:pt x="727" y="3167380"/>
                  </a:lnTo>
                  <a:lnTo>
                    <a:pt x="727" y="3181769"/>
                  </a:lnTo>
                  <a:close/>
                </a:path>
                <a:path w="2815590" h="3613150">
                  <a:moveTo>
                    <a:pt x="2472723" y="17779"/>
                  </a:moveTo>
                  <a:lnTo>
                    <a:pt x="2425411" y="17779"/>
                  </a:lnTo>
                  <a:lnTo>
                    <a:pt x="2418426" y="6137"/>
                  </a:lnTo>
                  <a:lnTo>
                    <a:pt x="2440717" y="9542"/>
                  </a:lnTo>
                  <a:lnTo>
                    <a:pt x="2472723" y="17779"/>
                  </a:lnTo>
                  <a:close/>
                </a:path>
                <a:path w="2815590" h="3613150">
                  <a:moveTo>
                    <a:pt x="2511251" y="30479"/>
                  </a:moveTo>
                  <a:lnTo>
                    <a:pt x="2478752" y="30479"/>
                  </a:lnTo>
                  <a:lnTo>
                    <a:pt x="2474328" y="18192"/>
                  </a:lnTo>
                  <a:lnTo>
                    <a:pt x="2485688" y="21116"/>
                  </a:lnTo>
                  <a:lnTo>
                    <a:pt x="2511251" y="30479"/>
                  </a:lnTo>
                  <a:close/>
                </a:path>
                <a:path w="2815590" h="3613150">
                  <a:moveTo>
                    <a:pt x="2541815" y="43179"/>
                  </a:moveTo>
                  <a:lnTo>
                    <a:pt x="2518375" y="43179"/>
                  </a:lnTo>
                  <a:lnTo>
                    <a:pt x="2515720" y="32116"/>
                  </a:lnTo>
                  <a:lnTo>
                    <a:pt x="2528805" y="36909"/>
                  </a:lnTo>
                  <a:lnTo>
                    <a:pt x="2541815" y="43179"/>
                  </a:lnTo>
                  <a:close/>
                </a:path>
                <a:path w="2815590" h="3613150">
                  <a:moveTo>
                    <a:pt x="2589405" y="68579"/>
                  </a:moveTo>
                  <a:lnTo>
                    <a:pt x="2570191" y="68579"/>
                  </a:lnTo>
                  <a:lnTo>
                    <a:pt x="2568764" y="56684"/>
                  </a:lnTo>
                  <a:lnTo>
                    <a:pt x="2568698" y="56137"/>
                  </a:lnTo>
                  <a:lnTo>
                    <a:pt x="2569834" y="56684"/>
                  </a:lnTo>
                  <a:lnTo>
                    <a:pt x="2589405" y="68579"/>
                  </a:lnTo>
                  <a:close/>
                </a:path>
                <a:path w="2815590" h="3613150">
                  <a:moveTo>
                    <a:pt x="2609971" y="81279"/>
                  </a:moveTo>
                  <a:lnTo>
                    <a:pt x="2594575" y="81279"/>
                  </a:lnTo>
                  <a:lnTo>
                    <a:pt x="2591890" y="70089"/>
                  </a:lnTo>
                  <a:lnTo>
                    <a:pt x="2608536" y="80206"/>
                  </a:lnTo>
                  <a:lnTo>
                    <a:pt x="2609971" y="81279"/>
                  </a:lnTo>
                  <a:close/>
                </a:path>
                <a:path w="2815590" h="3613150">
                  <a:moveTo>
                    <a:pt x="2626950" y="93979"/>
                  </a:moveTo>
                  <a:lnTo>
                    <a:pt x="2614387" y="93979"/>
                  </a:lnTo>
                  <a:lnTo>
                    <a:pt x="2611639" y="82527"/>
                  </a:lnTo>
                  <a:lnTo>
                    <a:pt x="2626950" y="93979"/>
                  </a:lnTo>
                  <a:close/>
                </a:path>
                <a:path w="2815590" h="3613150">
                  <a:moveTo>
                    <a:pt x="2658034" y="119379"/>
                  </a:moveTo>
                  <a:lnTo>
                    <a:pt x="2646391" y="119379"/>
                  </a:lnTo>
                  <a:lnTo>
                    <a:pt x="2641819" y="106679"/>
                  </a:lnTo>
                  <a:lnTo>
                    <a:pt x="2631152" y="106679"/>
                  </a:lnTo>
                  <a:lnTo>
                    <a:pt x="2628356" y="95031"/>
                  </a:lnTo>
                  <a:lnTo>
                    <a:pt x="2644675" y="107237"/>
                  </a:lnTo>
                  <a:lnTo>
                    <a:pt x="2658034" y="119379"/>
                  </a:lnTo>
                  <a:close/>
                </a:path>
                <a:path w="2815590" h="3613150">
                  <a:moveTo>
                    <a:pt x="2696138" y="157479"/>
                  </a:moveTo>
                  <a:lnTo>
                    <a:pt x="2695159" y="157479"/>
                  </a:lnTo>
                  <a:lnTo>
                    <a:pt x="2670694" y="130887"/>
                  </a:lnTo>
                  <a:lnTo>
                    <a:pt x="2678014" y="137540"/>
                  </a:lnTo>
                  <a:lnTo>
                    <a:pt x="2696138" y="157479"/>
                  </a:lnTo>
                  <a:close/>
                </a:path>
                <a:path w="2815590" h="3613150">
                  <a:moveTo>
                    <a:pt x="2717293" y="182879"/>
                  </a:moveTo>
                  <a:lnTo>
                    <a:pt x="2711923" y="182879"/>
                  </a:lnTo>
                  <a:lnTo>
                    <a:pt x="2707352" y="170179"/>
                  </a:lnTo>
                  <a:lnTo>
                    <a:pt x="2705827" y="170179"/>
                  </a:lnTo>
                  <a:lnTo>
                    <a:pt x="2698762" y="160367"/>
                  </a:lnTo>
                  <a:lnTo>
                    <a:pt x="2708318" y="170880"/>
                  </a:lnTo>
                  <a:lnTo>
                    <a:pt x="2717293" y="182879"/>
                  </a:lnTo>
                  <a:close/>
                </a:path>
                <a:path w="2815590" h="3613150">
                  <a:moveTo>
                    <a:pt x="2726792" y="195579"/>
                  </a:moveTo>
                  <a:lnTo>
                    <a:pt x="2718019" y="195579"/>
                  </a:lnTo>
                  <a:lnTo>
                    <a:pt x="2718019" y="183851"/>
                  </a:lnTo>
                  <a:lnTo>
                    <a:pt x="2726792" y="195579"/>
                  </a:lnTo>
                  <a:close/>
                </a:path>
                <a:path w="2815590" h="3613150">
                  <a:moveTo>
                    <a:pt x="2736115" y="208279"/>
                  </a:moveTo>
                  <a:lnTo>
                    <a:pt x="2727163" y="208279"/>
                  </a:lnTo>
                  <a:lnTo>
                    <a:pt x="2727163" y="196075"/>
                  </a:lnTo>
                  <a:lnTo>
                    <a:pt x="2735349" y="207019"/>
                  </a:lnTo>
                  <a:lnTo>
                    <a:pt x="2736115" y="208279"/>
                  </a:lnTo>
                  <a:close/>
                </a:path>
                <a:path w="2815590" h="3613150">
                  <a:moveTo>
                    <a:pt x="2743833" y="220979"/>
                  </a:moveTo>
                  <a:lnTo>
                    <a:pt x="2737831" y="220979"/>
                  </a:lnTo>
                  <a:lnTo>
                    <a:pt x="2736355" y="208674"/>
                  </a:lnTo>
                  <a:lnTo>
                    <a:pt x="2743833" y="220979"/>
                  </a:lnTo>
                  <a:close/>
                </a:path>
                <a:path w="2815590" h="3613150">
                  <a:moveTo>
                    <a:pt x="2751552" y="233679"/>
                  </a:moveTo>
                  <a:lnTo>
                    <a:pt x="2745452" y="233679"/>
                  </a:lnTo>
                  <a:lnTo>
                    <a:pt x="2745452" y="223642"/>
                  </a:lnTo>
                  <a:lnTo>
                    <a:pt x="2751552" y="233679"/>
                  </a:lnTo>
                  <a:close/>
                </a:path>
                <a:path w="2815590" h="3613150">
                  <a:moveTo>
                    <a:pt x="2759184" y="246371"/>
                  </a:moveTo>
                  <a:lnTo>
                    <a:pt x="2753071" y="246371"/>
                  </a:lnTo>
                  <a:lnTo>
                    <a:pt x="2753071" y="236180"/>
                  </a:lnTo>
                  <a:lnTo>
                    <a:pt x="2758871" y="245721"/>
                  </a:lnTo>
                  <a:lnTo>
                    <a:pt x="2759184" y="246371"/>
                  </a:lnTo>
                  <a:close/>
                </a:path>
                <a:path w="2815590" h="3613150">
                  <a:moveTo>
                    <a:pt x="2765309" y="259079"/>
                  </a:moveTo>
                  <a:lnTo>
                    <a:pt x="2759167" y="259079"/>
                  </a:lnTo>
                  <a:lnTo>
                    <a:pt x="2759184" y="246371"/>
                  </a:lnTo>
                  <a:lnTo>
                    <a:pt x="2765309" y="259079"/>
                  </a:lnTo>
                  <a:close/>
                </a:path>
                <a:path w="2815590" h="3613150">
                  <a:moveTo>
                    <a:pt x="2771430" y="271779"/>
                  </a:moveTo>
                  <a:lnTo>
                    <a:pt x="2766787" y="271779"/>
                  </a:lnTo>
                  <a:lnTo>
                    <a:pt x="2766787" y="262147"/>
                  </a:lnTo>
                  <a:lnTo>
                    <a:pt x="2771430" y="271779"/>
                  </a:lnTo>
                  <a:close/>
                </a:path>
                <a:path w="2815590" h="3613150">
                  <a:moveTo>
                    <a:pt x="2777534" y="284442"/>
                  </a:moveTo>
                  <a:lnTo>
                    <a:pt x="2772883" y="284442"/>
                  </a:lnTo>
                  <a:lnTo>
                    <a:pt x="2772883" y="274793"/>
                  </a:lnTo>
                  <a:lnTo>
                    <a:pt x="2777534" y="284442"/>
                  </a:lnTo>
                  <a:close/>
                </a:path>
                <a:path w="2815590" h="3613150">
                  <a:moveTo>
                    <a:pt x="2782466" y="297179"/>
                  </a:moveTo>
                  <a:lnTo>
                    <a:pt x="2777455" y="297179"/>
                  </a:lnTo>
                  <a:lnTo>
                    <a:pt x="2777534" y="284442"/>
                  </a:lnTo>
                  <a:lnTo>
                    <a:pt x="2778646" y="286750"/>
                  </a:lnTo>
                  <a:lnTo>
                    <a:pt x="2782466" y="297179"/>
                  </a:lnTo>
                  <a:close/>
                </a:path>
                <a:path w="2815590" h="3613150">
                  <a:moveTo>
                    <a:pt x="2787118" y="309879"/>
                  </a:moveTo>
                  <a:lnTo>
                    <a:pt x="2783552" y="309879"/>
                  </a:lnTo>
                  <a:lnTo>
                    <a:pt x="2783552" y="300143"/>
                  </a:lnTo>
                  <a:lnTo>
                    <a:pt x="2787118" y="309879"/>
                  </a:lnTo>
                  <a:close/>
                </a:path>
                <a:path w="2815590" h="3613150">
                  <a:moveTo>
                    <a:pt x="2791770" y="322579"/>
                  </a:moveTo>
                  <a:lnTo>
                    <a:pt x="2788123" y="322579"/>
                  </a:lnTo>
                  <a:lnTo>
                    <a:pt x="2788123" y="312625"/>
                  </a:lnTo>
                  <a:lnTo>
                    <a:pt x="2791770" y="322579"/>
                  </a:lnTo>
                  <a:close/>
                </a:path>
                <a:path w="2815590" h="3613150">
                  <a:moveTo>
                    <a:pt x="2795826" y="335258"/>
                  </a:moveTo>
                  <a:lnTo>
                    <a:pt x="2792695" y="335258"/>
                  </a:lnTo>
                  <a:lnTo>
                    <a:pt x="2792695" y="325107"/>
                  </a:lnTo>
                  <a:lnTo>
                    <a:pt x="2794439" y="329867"/>
                  </a:lnTo>
                  <a:lnTo>
                    <a:pt x="2795826" y="335258"/>
                  </a:lnTo>
                  <a:close/>
                </a:path>
                <a:path w="2815590" h="3613150">
                  <a:moveTo>
                    <a:pt x="2799100" y="347979"/>
                  </a:moveTo>
                  <a:lnTo>
                    <a:pt x="2795743" y="347979"/>
                  </a:lnTo>
                  <a:lnTo>
                    <a:pt x="2795826" y="335258"/>
                  </a:lnTo>
                  <a:lnTo>
                    <a:pt x="2799100" y="347979"/>
                  </a:lnTo>
                  <a:close/>
                </a:path>
                <a:path w="2815590" h="3613150">
                  <a:moveTo>
                    <a:pt x="2802369" y="360679"/>
                  </a:moveTo>
                  <a:lnTo>
                    <a:pt x="2800315" y="360679"/>
                  </a:lnTo>
                  <a:lnTo>
                    <a:pt x="2800315" y="352700"/>
                  </a:lnTo>
                  <a:lnTo>
                    <a:pt x="2802369" y="360679"/>
                  </a:lnTo>
                  <a:close/>
                </a:path>
                <a:path w="2815590" h="3613150">
                  <a:moveTo>
                    <a:pt x="2805637" y="373379"/>
                  </a:moveTo>
                  <a:lnTo>
                    <a:pt x="2803363" y="373379"/>
                  </a:lnTo>
                  <a:lnTo>
                    <a:pt x="2803363" y="364543"/>
                  </a:lnTo>
                  <a:lnTo>
                    <a:pt x="2805637" y="373379"/>
                  </a:lnTo>
                  <a:close/>
                </a:path>
                <a:path w="2815590" h="3613150">
                  <a:moveTo>
                    <a:pt x="2807730" y="386079"/>
                  </a:moveTo>
                  <a:lnTo>
                    <a:pt x="2806411" y="386079"/>
                  </a:lnTo>
                  <a:lnTo>
                    <a:pt x="2806411" y="377447"/>
                  </a:lnTo>
                  <a:lnTo>
                    <a:pt x="2807730" y="386079"/>
                  </a:lnTo>
                  <a:close/>
                </a:path>
                <a:path w="2815590" h="3613150">
                  <a:moveTo>
                    <a:pt x="2809670" y="398779"/>
                  </a:moveTo>
                  <a:lnTo>
                    <a:pt x="2807936" y="398779"/>
                  </a:lnTo>
                  <a:lnTo>
                    <a:pt x="2807936" y="387424"/>
                  </a:lnTo>
                  <a:lnTo>
                    <a:pt x="2809670" y="398779"/>
                  </a:lnTo>
                  <a:close/>
                </a:path>
                <a:path w="2815590" h="3613150">
                  <a:moveTo>
                    <a:pt x="2811611" y="411479"/>
                  </a:moveTo>
                  <a:lnTo>
                    <a:pt x="2810983" y="411479"/>
                  </a:lnTo>
                  <a:lnTo>
                    <a:pt x="2810983" y="407371"/>
                  </a:lnTo>
                  <a:lnTo>
                    <a:pt x="2811611" y="411479"/>
                  </a:lnTo>
                  <a:close/>
                </a:path>
                <a:path w="2815590" h="3613150">
                  <a:moveTo>
                    <a:pt x="2813270" y="424179"/>
                  </a:moveTo>
                  <a:lnTo>
                    <a:pt x="2812507" y="424179"/>
                  </a:lnTo>
                  <a:lnTo>
                    <a:pt x="2812507" y="417348"/>
                  </a:lnTo>
                  <a:lnTo>
                    <a:pt x="2813130" y="421425"/>
                  </a:lnTo>
                  <a:lnTo>
                    <a:pt x="2813270" y="424179"/>
                  </a:lnTo>
                  <a:close/>
                </a:path>
                <a:path w="2815590" h="3613150">
                  <a:moveTo>
                    <a:pt x="2814554" y="449579"/>
                  </a:moveTo>
                  <a:lnTo>
                    <a:pt x="2814031" y="449579"/>
                  </a:lnTo>
                  <a:lnTo>
                    <a:pt x="2814031" y="439242"/>
                  </a:lnTo>
                  <a:lnTo>
                    <a:pt x="2814554" y="449579"/>
                  </a:lnTo>
                  <a:close/>
                </a:path>
                <a:path w="2815590" h="3613150">
                  <a:moveTo>
                    <a:pt x="2814117" y="3180084"/>
                  </a:moveTo>
                  <a:lnTo>
                    <a:pt x="2814047" y="3151632"/>
                  </a:lnTo>
                  <a:lnTo>
                    <a:pt x="2815544" y="469392"/>
                  </a:lnTo>
                  <a:lnTo>
                    <a:pt x="2815555" y="3151632"/>
                  </a:lnTo>
                  <a:lnTo>
                    <a:pt x="2814117" y="3180084"/>
                  </a:lnTo>
                  <a:close/>
                </a:path>
                <a:path w="2815590" h="3613150">
                  <a:moveTo>
                    <a:pt x="2812699" y="3202456"/>
                  </a:moveTo>
                  <a:lnTo>
                    <a:pt x="2814117" y="3180084"/>
                  </a:lnTo>
                  <a:lnTo>
                    <a:pt x="2813130" y="3199598"/>
                  </a:lnTo>
                  <a:lnTo>
                    <a:pt x="2812699" y="3202456"/>
                  </a:lnTo>
                  <a:close/>
                </a:path>
                <a:path w="2815590" h="3613150">
                  <a:moveTo>
                    <a:pt x="2434116" y="3612489"/>
                  </a:moveTo>
                  <a:lnTo>
                    <a:pt x="2434555" y="3611880"/>
                  </a:lnTo>
                  <a:lnTo>
                    <a:pt x="2438108" y="3611880"/>
                  </a:lnTo>
                  <a:lnTo>
                    <a:pt x="2434116" y="3612489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4477" y="2192190"/>
              <a:ext cx="403921" cy="43849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969851" y="2189988"/>
              <a:ext cx="2119630" cy="3613150"/>
            </a:xfrm>
            <a:custGeom>
              <a:avLst/>
              <a:gdLst/>
              <a:ahLst/>
              <a:cxnLst/>
              <a:rect l="l" t="t" r="r" b="b"/>
              <a:pathLst>
                <a:path w="2119629" h="3613150">
                  <a:moveTo>
                    <a:pt x="110842" y="5079"/>
                  </a:moveTo>
                  <a:lnTo>
                    <a:pt x="128217" y="2425"/>
                  </a:lnTo>
                  <a:lnTo>
                    <a:pt x="176184" y="0"/>
                  </a:lnTo>
                  <a:lnTo>
                    <a:pt x="2053752" y="0"/>
                  </a:lnTo>
                  <a:lnTo>
                    <a:pt x="2101719" y="2425"/>
                  </a:lnTo>
                  <a:lnTo>
                    <a:pt x="2119094" y="5079"/>
                  </a:lnTo>
                </a:path>
                <a:path w="2119629" h="3613150">
                  <a:moveTo>
                    <a:pt x="88794" y="3612575"/>
                  </a:moveTo>
                  <a:lnTo>
                    <a:pt x="84240" y="3611879"/>
                  </a:lnTo>
                </a:path>
                <a:path w="2119629" h="3613150">
                  <a:moveTo>
                    <a:pt x="1013" y="3586851"/>
                  </a:moveTo>
                  <a:lnTo>
                    <a:pt x="0" y="3586479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95131" y="5480558"/>
              <a:ext cx="113338" cy="18624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676643" y="2196125"/>
              <a:ext cx="2543175" cy="3227705"/>
            </a:xfrm>
            <a:custGeom>
              <a:avLst/>
              <a:gdLst/>
              <a:ahLst/>
              <a:cxnLst/>
              <a:rect l="l" t="t" r="r" b="b"/>
              <a:pathLst>
                <a:path w="2543175" h="3227704">
                  <a:moveTo>
                    <a:pt x="7619" y="3227462"/>
                  </a:moveTo>
                  <a:lnTo>
                    <a:pt x="7204" y="3224742"/>
                  </a:lnTo>
                </a:path>
                <a:path w="2543175" h="3227704">
                  <a:moveTo>
                    <a:pt x="3048" y="3197538"/>
                  </a:moveTo>
                  <a:lnTo>
                    <a:pt x="2425" y="3193461"/>
                  </a:lnTo>
                  <a:lnTo>
                    <a:pt x="2080" y="3186642"/>
                  </a:lnTo>
                </a:path>
                <a:path w="2543175" h="3227704">
                  <a:moveTo>
                    <a:pt x="1523" y="3175632"/>
                  </a:moveTo>
                  <a:lnTo>
                    <a:pt x="796" y="3161242"/>
                  </a:lnTo>
                </a:path>
                <a:path w="2543175" h="3227704">
                  <a:moveTo>
                    <a:pt x="0" y="3145495"/>
                  </a:moveTo>
                  <a:lnTo>
                    <a:pt x="0" y="463254"/>
                  </a:lnTo>
                </a:path>
                <a:path w="2543175" h="3227704">
                  <a:moveTo>
                    <a:pt x="2419222" y="0"/>
                  </a:moveTo>
                  <a:lnTo>
                    <a:pt x="2441513" y="3405"/>
                  </a:lnTo>
                  <a:lnTo>
                    <a:pt x="2473519" y="11642"/>
                  </a:lnTo>
                </a:path>
                <a:path w="2543175" h="3227704">
                  <a:moveTo>
                    <a:pt x="2475124" y="12055"/>
                  </a:moveTo>
                  <a:lnTo>
                    <a:pt x="2486484" y="14979"/>
                  </a:lnTo>
                  <a:lnTo>
                    <a:pt x="2512048" y="24342"/>
                  </a:lnTo>
                </a:path>
                <a:path w="2543175" h="3227704">
                  <a:moveTo>
                    <a:pt x="2516516" y="25979"/>
                  </a:moveTo>
                  <a:lnTo>
                    <a:pt x="2529601" y="30772"/>
                  </a:lnTo>
                  <a:lnTo>
                    <a:pt x="2542611" y="37042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42328" y="2242315"/>
              <a:ext cx="253475" cy="4010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111556" y="2659380"/>
              <a:ext cx="381635" cy="3143250"/>
            </a:xfrm>
            <a:custGeom>
              <a:avLst/>
              <a:gdLst/>
              <a:ahLst/>
              <a:cxnLst/>
              <a:rect l="l" t="t" r="r" b="b"/>
              <a:pathLst>
                <a:path w="381634" h="3143250">
                  <a:moveTo>
                    <a:pt x="381428" y="0"/>
                  </a:moveTo>
                  <a:lnTo>
                    <a:pt x="381439" y="2682240"/>
                  </a:lnTo>
                  <a:lnTo>
                    <a:pt x="380000" y="2710692"/>
                  </a:lnTo>
                  <a:lnTo>
                    <a:pt x="379013" y="2730206"/>
                  </a:lnTo>
                  <a:lnTo>
                    <a:pt x="378586" y="2733004"/>
                  </a:lnTo>
                </a:path>
                <a:path w="381634" h="3143250">
                  <a:moveTo>
                    <a:pt x="372294" y="2774187"/>
                  </a:moveTo>
                  <a:lnTo>
                    <a:pt x="371980" y="2776803"/>
                  </a:lnTo>
                </a:path>
                <a:path w="381634" h="3143250">
                  <a:moveTo>
                    <a:pt x="181288" y="3066287"/>
                  </a:moveTo>
                  <a:lnTo>
                    <a:pt x="180048" y="3067215"/>
                  </a:lnTo>
                </a:path>
                <a:path w="381634" h="3143250">
                  <a:moveTo>
                    <a:pt x="3991" y="3142487"/>
                  </a:moveTo>
                  <a:lnTo>
                    <a:pt x="0" y="3143097"/>
                  </a:lnTo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67664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59" h="3621404">
                  <a:moveTo>
                    <a:pt x="2346959" y="3621024"/>
                  </a:move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close/>
                </a:path>
              </a:pathLst>
            </a:custGeom>
            <a:solidFill>
              <a:srgbClr val="F4F6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676644" y="2189988"/>
              <a:ext cx="2816860" cy="3621404"/>
            </a:xfrm>
            <a:custGeom>
              <a:avLst/>
              <a:gdLst/>
              <a:ahLst/>
              <a:cxnLst/>
              <a:rect l="l" t="t" r="r" b="b"/>
              <a:pathLst>
                <a:path w="2816859" h="3621404">
                  <a:moveTo>
                    <a:pt x="0" y="469391"/>
                  </a:moveTo>
                  <a:lnTo>
                    <a:pt x="2425" y="421425"/>
                  </a:lnTo>
                  <a:lnTo>
                    <a:pt x="9542" y="374838"/>
                  </a:lnTo>
                  <a:lnTo>
                    <a:pt x="21116" y="329867"/>
                  </a:lnTo>
                  <a:lnTo>
                    <a:pt x="36909" y="286750"/>
                  </a:lnTo>
                  <a:lnTo>
                    <a:pt x="56684" y="245721"/>
                  </a:lnTo>
                  <a:lnTo>
                    <a:pt x="80206" y="207019"/>
                  </a:lnTo>
                  <a:lnTo>
                    <a:pt x="107237" y="170880"/>
                  </a:lnTo>
                  <a:lnTo>
                    <a:pt x="137540" y="137540"/>
                  </a:lnTo>
                  <a:lnTo>
                    <a:pt x="170880" y="107237"/>
                  </a:lnTo>
                  <a:lnTo>
                    <a:pt x="207019" y="80206"/>
                  </a:lnTo>
                  <a:lnTo>
                    <a:pt x="245721" y="56684"/>
                  </a:lnTo>
                  <a:lnTo>
                    <a:pt x="286750" y="36909"/>
                  </a:lnTo>
                  <a:lnTo>
                    <a:pt x="329867" y="21116"/>
                  </a:lnTo>
                  <a:lnTo>
                    <a:pt x="374838" y="9542"/>
                  </a:lnTo>
                  <a:lnTo>
                    <a:pt x="421425" y="2425"/>
                  </a:lnTo>
                  <a:lnTo>
                    <a:pt x="469391" y="0"/>
                  </a:lnTo>
                  <a:lnTo>
                    <a:pt x="2346959" y="0"/>
                  </a:lnTo>
                  <a:lnTo>
                    <a:pt x="2394926" y="2425"/>
                  </a:lnTo>
                  <a:lnTo>
                    <a:pt x="2441513" y="9542"/>
                  </a:lnTo>
                  <a:lnTo>
                    <a:pt x="2486484" y="21116"/>
                  </a:lnTo>
                  <a:lnTo>
                    <a:pt x="2529601" y="36909"/>
                  </a:lnTo>
                  <a:lnTo>
                    <a:pt x="2570630" y="56684"/>
                  </a:lnTo>
                  <a:lnTo>
                    <a:pt x="2609332" y="80206"/>
                  </a:lnTo>
                  <a:lnTo>
                    <a:pt x="2645471" y="107237"/>
                  </a:lnTo>
                  <a:lnTo>
                    <a:pt x="2678810" y="137540"/>
                  </a:lnTo>
                  <a:lnTo>
                    <a:pt x="2709114" y="170880"/>
                  </a:lnTo>
                  <a:lnTo>
                    <a:pt x="2736145" y="207019"/>
                  </a:lnTo>
                  <a:lnTo>
                    <a:pt x="2759667" y="245721"/>
                  </a:lnTo>
                  <a:lnTo>
                    <a:pt x="2779442" y="286750"/>
                  </a:lnTo>
                  <a:lnTo>
                    <a:pt x="2795235" y="329867"/>
                  </a:lnTo>
                  <a:lnTo>
                    <a:pt x="2806809" y="374838"/>
                  </a:lnTo>
                  <a:lnTo>
                    <a:pt x="2813926" y="421425"/>
                  </a:lnTo>
                  <a:lnTo>
                    <a:pt x="2816351" y="469391"/>
                  </a:lnTo>
                  <a:lnTo>
                    <a:pt x="2816351" y="3151632"/>
                  </a:lnTo>
                  <a:lnTo>
                    <a:pt x="2813926" y="3199598"/>
                  </a:lnTo>
                  <a:lnTo>
                    <a:pt x="2806809" y="3246185"/>
                  </a:lnTo>
                  <a:lnTo>
                    <a:pt x="2795235" y="3291156"/>
                  </a:lnTo>
                  <a:lnTo>
                    <a:pt x="2779442" y="3334273"/>
                  </a:lnTo>
                  <a:lnTo>
                    <a:pt x="2759667" y="3375302"/>
                  </a:lnTo>
                  <a:lnTo>
                    <a:pt x="2736145" y="3414004"/>
                  </a:lnTo>
                  <a:lnTo>
                    <a:pt x="2709114" y="3450143"/>
                  </a:lnTo>
                  <a:lnTo>
                    <a:pt x="2678810" y="3483482"/>
                  </a:lnTo>
                  <a:lnTo>
                    <a:pt x="2645471" y="3513786"/>
                  </a:lnTo>
                  <a:lnTo>
                    <a:pt x="2609332" y="3540817"/>
                  </a:lnTo>
                  <a:lnTo>
                    <a:pt x="2570630" y="3564339"/>
                  </a:lnTo>
                  <a:lnTo>
                    <a:pt x="2529601" y="3584114"/>
                  </a:lnTo>
                  <a:lnTo>
                    <a:pt x="2486484" y="3599907"/>
                  </a:lnTo>
                  <a:lnTo>
                    <a:pt x="2441513" y="3611481"/>
                  </a:lnTo>
                  <a:lnTo>
                    <a:pt x="2394926" y="3618598"/>
                  </a:lnTo>
                  <a:lnTo>
                    <a:pt x="2346959" y="3621024"/>
                  </a:lnTo>
                  <a:lnTo>
                    <a:pt x="469391" y="3621024"/>
                  </a:lnTo>
                  <a:lnTo>
                    <a:pt x="421425" y="3618598"/>
                  </a:lnTo>
                  <a:lnTo>
                    <a:pt x="374838" y="3611481"/>
                  </a:lnTo>
                  <a:lnTo>
                    <a:pt x="329867" y="3599907"/>
                  </a:lnTo>
                  <a:lnTo>
                    <a:pt x="286750" y="3584114"/>
                  </a:lnTo>
                  <a:lnTo>
                    <a:pt x="245721" y="3564339"/>
                  </a:lnTo>
                  <a:lnTo>
                    <a:pt x="207019" y="3540817"/>
                  </a:lnTo>
                  <a:lnTo>
                    <a:pt x="170880" y="3513786"/>
                  </a:lnTo>
                  <a:lnTo>
                    <a:pt x="137540" y="3483482"/>
                  </a:lnTo>
                  <a:lnTo>
                    <a:pt x="107237" y="3450143"/>
                  </a:lnTo>
                  <a:lnTo>
                    <a:pt x="80206" y="3414004"/>
                  </a:lnTo>
                  <a:lnTo>
                    <a:pt x="56684" y="3375302"/>
                  </a:lnTo>
                  <a:lnTo>
                    <a:pt x="36909" y="3334273"/>
                  </a:lnTo>
                  <a:lnTo>
                    <a:pt x="21116" y="3291156"/>
                  </a:lnTo>
                  <a:lnTo>
                    <a:pt x="9542" y="3246185"/>
                  </a:lnTo>
                  <a:lnTo>
                    <a:pt x="2425" y="3199598"/>
                  </a:lnTo>
                  <a:lnTo>
                    <a:pt x="0" y="3151632"/>
                  </a:lnTo>
                  <a:lnTo>
                    <a:pt x="0" y="469391"/>
                  </a:lnTo>
                  <a:close/>
                </a:path>
              </a:pathLst>
            </a:custGeom>
            <a:ln w="7620">
              <a:solidFill>
                <a:srgbClr val="DADF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7541768" y="2904240"/>
            <a:ext cx="108648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6.</a:t>
            </a:r>
            <a:r>
              <a:rPr dirty="0" sz="950" spc="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AI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Insight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Banner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74461" y="4783316"/>
            <a:ext cx="182054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Top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Alert</a:t>
            </a:r>
            <a:r>
              <a:rPr dirty="0" sz="950" spc="-1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banner</a:t>
            </a:r>
            <a:r>
              <a:rPr dirty="0" sz="950" spc="-3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showing</a:t>
            </a:r>
            <a:r>
              <a:rPr dirty="0" sz="95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cached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conversational</a:t>
            </a:r>
            <a:r>
              <a:rPr dirty="0" sz="950" spc="-6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summaries</a:t>
            </a:r>
            <a:r>
              <a:rPr dirty="0" sz="950" spc="-2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20">
                <a:solidFill>
                  <a:srgbClr val="212121"/>
                </a:solidFill>
                <a:latin typeface="Arial MT"/>
                <a:cs typeface="Arial MT"/>
              </a:rPr>
              <a:t>with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highlighted</a:t>
            </a:r>
            <a:r>
              <a:rPr dirty="0" sz="950" spc="-55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212121"/>
                </a:solidFill>
                <a:latin typeface="Arial MT"/>
                <a:cs typeface="Arial MT"/>
              </a:rPr>
              <a:t>statistic</a:t>
            </a:r>
            <a:r>
              <a:rPr dirty="0" sz="950" spc="-4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Arial MT"/>
                <a:cs typeface="Arial MT"/>
              </a:rPr>
              <a:t>values.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7031" y="3232403"/>
            <a:ext cx="2750819" cy="130911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23588" y="3020567"/>
            <a:ext cx="1412747" cy="1961387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708647" y="3410711"/>
            <a:ext cx="2752343" cy="1130808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FUTURE</a:t>
            </a:r>
            <a:r>
              <a:rPr dirty="0" spc="-85"/>
              <a:t> </a:t>
            </a:r>
            <a:r>
              <a:rPr dirty="0" spc="-20"/>
              <a:t>SCOPE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Proposed</a:t>
            </a:r>
            <a:r>
              <a:rPr dirty="0" sz="1050" spc="50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technical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b="0" i="1">
                <a:solidFill>
                  <a:srgbClr val="666666"/>
                </a:solidFill>
                <a:latin typeface="Arial"/>
                <a:cs typeface="Arial"/>
              </a:rPr>
              <a:t>scaling</a:t>
            </a:r>
            <a:r>
              <a:rPr dirty="0" sz="1050" spc="45" b="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 b="0" i="1">
                <a:solidFill>
                  <a:srgbClr val="666666"/>
                </a:solidFill>
                <a:latin typeface="Arial"/>
                <a:cs typeface="Arial"/>
              </a:rPr>
              <a:t>directions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3504" y="1962911"/>
            <a:ext cx="8851900" cy="12700"/>
          </a:xfrm>
          <a:custGeom>
            <a:avLst/>
            <a:gdLst/>
            <a:ahLst/>
            <a:cxnLst/>
            <a:rect l="l" t="t" r="r" b="b"/>
            <a:pathLst>
              <a:path w="8851900" h="12700">
                <a:moveTo>
                  <a:pt x="8851392" y="12191"/>
                </a:moveTo>
                <a:lnTo>
                  <a:pt x="0" y="12191"/>
                </a:lnTo>
                <a:lnTo>
                  <a:pt x="0" y="0"/>
                </a:lnTo>
                <a:lnTo>
                  <a:pt x="8851392" y="0"/>
                </a:lnTo>
                <a:lnTo>
                  <a:pt x="8851392" y="12191"/>
                </a:lnTo>
                <a:close/>
              </a:path>
            </a:pathLst>
          </a:custGeom>
          <a:solidFill>
            <a:srgbClr val="1A75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/>
              <a:t>OCR</a:t>
            </a:r>
            <a:r>
              <a:rPr dirty="0" spc="-20"/>
              <a:t> </a:t>
            </a:r>
            <a:r>
              <a:rPr dirty="0" spc="-10"/>
              <a:t>Prescription</a:t>
            </a:r>
            <a:r>
              <a:rPr dirty="0"/>
              <a:t> </a:t>
            </a:r>
            <a:r>
              <a:rPr dirty="0" spc="-10"/>
              <a:t>Scanner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Integrate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camera</a:t>
            </a:r>
            <a:r>
              <a:rPr dirty="0" sz="1150" spc="-5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inputs</a:t>
            </a:r>
            <a:r>
              <a:rPr dirty="0" sz="1150" spc="-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allowing</a:t>
            </a:r>
            <a:r>
              <a:rPr dirty="0" sz="1150" spc="3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patients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scan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physical</a:t>
            </a:r>
            <a:r>
              <a:rPr dirty="0" sz="1150" spc="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pill</a:t>
            </a:r>
            <a:r>
              <a:rPr dirty="0" sz="1150" spc="-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packages or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doctor</a:t>
            </a:r>
            <a:r>
              <a:rPr dirty="0" sz="1150" spc="-2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sheets,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auto-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filling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name</a:t>
            </a:r>
            <a:r>
              <a:rPr dirty="0" sz="1150" spc="-5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dosing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guidelines.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/>
              <a:t>IoT</a:t>
            </a:r>
            <a:r>
              <a:rPr dirty="0" spc="-10"/>
              <a:t> Smartwatch</a:t>
            </a:r>
            <a:r>
              <a:rPr dirty="0" spc="-50"/>
              <a:t> </a:t>
            </a:r>
            <a:r>
              <a:rPr dirty="0"/>
              <a:t>Metric</a:t>
            </a:r>
            <a:r>
              <a:rPr dirty="0" spc="-30"/>
              <a:t> </a:t>
            </a:r>
            <a:r>
              <a:rPr dirty="0" spc="-10"/>
              <a:t>Syncing</a:t>
            </a:r>
          </a:p>
          <a:p>
            <a:pPr marL="12700" marR="6350">
              <a:lnSpc>
                <a:spcPct val="100000"/>
              </a:lnSpc>
              <a:spcBef>
                <a:spcPts val="350"/>
              </a:spcBef>
            </a:pP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Connect</a:t>
            </a:r>
            <a:r>
              <a:rPr dirty="0" sz="1150" spc="-2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directly</a:t>
            </a:r>
            <a:r>
              <a:rPr dirty="0" sz="1150" spc="-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with 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smartwatch</a:t>
            </a:r>
            <a:r>
              <a:rPr dirty="0" sz="1150" spc="-7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APIs</a:t>
            </a:r>
            <a:r>
              <a:rPr dirty="0" sz="1150" spc="-2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(Apple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Health,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Garmin,</a:t>
            </a:r>
            <a:r>
              <a:rPr dirty="0" sz="1150" spc="-4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Fitbit)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to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automate</a:t>
            </a:r>
            <a:r>
              <a:rPr dirty="0" sz="1150" spc="-5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water intake,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physical</a:t>
            </a:r>
            <a:r>
              <a:rPr dirty="0" sz="1150" spc="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active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minutes,</a:t>
            </a:r>
            <a:r>
              <a:rPr dirty="0" sz="1150" spc="-4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sleep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hours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logging.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/>
              <a:t>SMS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25"/>
              <a:t>Voice</a:t>
            </a:r>
            <a:r>
              <a:rPr dirty="0" spc="-55"/>
              <a:t> </a:t>
            </a:r>
            <a:r>
              <a:rPr dirty="0" spc="-10"/>
              <a:t>Assistant</a:t>
            </a:r>
            <a:r>
              <a:rPr dirty="0"/>
              <a:t> </a:t>
            </a:r>
            <a:r>
              <a:rPr dirty="0" spc="-10"/>
              <a:t>Portals</a:t>
            </a: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Build</a:t>
            </a:r>
            <a:r>
              <a:rPr dirty="0" sz="1150" spc="-7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Alexa /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Google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Home</a:t>
            </a:r>
            <a:r>
              <a:rPr dirty="0" sz="1150" spc="-4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voice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query</a:t>
            </a:r>
            <a:r>
              <a:rPr dirty="0" sz="1150" spc="-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capabilities</a:t>
            </a:r>
            <a:r>
              <a:rPr dirty="0" sz="1150" spc="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automated</a:t>
            </a:r>
            <a:r>
              <a:rPr dirty="0" sz="1150" spc="-4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SMS</a:t>
            </a:r>
            <a:r>
              <a:rPr dirty="0" sz="1150" spc="-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cellular</a:t>
            </a:r>
            <a:r>
              <a:rPr dirty="0" sz="1150" spc="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text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notifications</a:t>
            </a:r>
            <a:r>
              <a:rPr dirty="0" sz="1150" spc="-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for</a:t>
            </a:r>
            <a:r>
              <a:rPr dirty="0" sz="1150" spc="-3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offline</a:t>
            </a:r>
            <a:r>
              <a:rPr dirty="0" sz="1150" spc="-4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pill</a:t>
            </a:r>
            <a:r>
              <a:rPr dirty="0" sz="1150" spc="-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reminder</a:t>
            </a:r>
            <a:r>
              <a:rPr dirty="0" sz="1150" spc="-3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alerts.</a:t>
            </a:r>
            <a:endParaRPr sz="1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/>
              <a:t>Unified</a:t>
            </a:r>
            <a:r>
              <a:rPr dirty="0" spc="-25"/>
              <a:t> </a:t>
            </a:r>
            <a:r>
              <a:rPr dirty="0"/>
              <a:t>Doctor</a:t>
            </a:r>
            <a:r>
              <a:rPr dirty="0" spc="-30"/>
              <a:t> </a:t>
            </a:r>
            <a:r>
              <a:rPr dirty="0"/>
              <a:t>/</a:t>
            </a:r>
            <a:r>
              <a:rPr dirty="0" spc="-55"/>
              <a:t> </a:t>
            </a:r>
            <a:r>
              <a:rPr dirty="0"/>
              <a:t>Clinical</a:t>
            </a:r>
            <a:r>
              <a:rPr dirty="0" spc="-30"/>
              <a:t> </a:t>
            </a:r>
            <a:r>
              <a:rPr dirty="0" spc="-10"/>
              <a:t>Dashboard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Establish</a:t>
            </a:r>
            <a:r>
              <a:rPr dirty="0" sz="1150" spc="-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doctor-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authorized</a:t>
            </a:r>
            <a:r>
              <a:rPr dirty="0" sz="1150" spc="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logins letting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physicians</a:t>
            </a:r>
            <a:r>
              <a:rPr dirty="0" sz="1150" spc="1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monitor</a:t>
            </a:r>
            <a:r>
              <a:rPr dirty="0" sz="1150" spc="-5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adherence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charts,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health</a:t>
            </a:r>
            <a:r>
              <a:rPr dirty="0" sz="1150" spc="-25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scores,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and</a:t>
            </a:r>
            <a:r>
              <a:rPr dirty="0" sz="1150" spc="-2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summaries</a:t>
            </a:r>
            <a:r>
              <a:rPr dirty="0" sz="1150" spc="-4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b="0">
                <a:solidFill>
                  <a:srgbClr val="212121"/>
                </a:solidFill>
                <a:latin typeface="Arial MT"/>
                <a:cs typeface="Arial MT"/>
              </a:rPr>
              <a:t>in</a:t>
            </a:r>
            <a:r>
              <a:rPr dirty="0" sz="1150" spc="-30" b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1150" spc="-10" b="0">
                <a:solidFill>
                  <a:srgbClr val="212121"/>
                </a:solidFill>
                <a:latin typeface="Arial MT"/>
                <a:cs typeface="Arial MT"/>
              </a:rPr>
              <a:t>real-time.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MediTrack</a:t>
            </a:r>
            <a:r>
              <a:rPr dirty="0" spc="85"/>
              <a:t> </a:t>
            </a:r>
            <a:r>
              <a:rPr dirty="0"/>
              <a:t>Capstone</a:t>
            </a:r>
            <a:r>
              <a:rPr dirty="0" spc="95"/>
              <a:t> </a:t>
            </a:r>
            <a:r>
              <a:rPr dirty="0"/>
              <a:t>Presentation</a:t>
            </a:r>
            <a:r>
              <a:rPr dirty="0" spc="100"/>
              <a:t> </a:t>
            </a:r>
            <a:r>
              <a:rPr dirty="0"/>
              <a:t>|</a:t>
            </a:r>
            <a:r>
              <a:rPr dirty="0" spc="80"/>
              <a:t> </a:t>
            </a:r>
            <a:r>
              <a:rPr dirty="0"/>
              <a:t>SDG</a:t>
            </a:r>
            <a:r>
              <a:rPr dirty="0" spc="105"/>
              <a:t> </a:t>
            </a:r>
            <a:r>
              <a:rPr dirty="0"/>
              <a:t>3:</a:t>
            </a:r>
            <a:r>
              <a:rPr dirty="0" spc="80"/>
              <a:t> </a:t>
            </a:r>
            <a:r>
              <a:rPr dirty="0"/>
              <a:t>Good</a:t>
            </a:r>
            <a:r>
              <a:rPr dirty="0" spc="75"/>
              <a:t> </a:t>
            </a:r>
            <a:r>
              <a:rPr dirty="0"/>
              <a:t>Health</a:t>
            </a:r>
            <a:r>
              <a:rPr dirty="0" spc="114"/>
              <a:t> </a:t>
            </a:r>
            <a:r>
              <a:rPr dirty="0"/>
              <a:t>&amp;</a:t>
            </a:r>
            <a:r>
              <a:rPr dirty="0" spc="85"/>
              <a:t> </a:t>
            </a:r>
            <a:r>
              <a:rPr dirty="0"/>
              <a:t>Well-</a:t>
            </a:r>
            <a:r>
              <a:rPr dirty="0" spc="-20"/>
              <a:t>Being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94298" y="2045964"/>
            <a:ext cx="7045325" cy="1747520"/>
          </a:xfrm>
          <a:prstGeom prst="rect"/>
        </p:spPr>
        <p:txBody>
          <a:bodyPr wrap="square" lIns="0" tIns="393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95"/>
              </a:spcBef>
            </a:pPr>
            <a:r>
              <a:rPr dirty="0" sz="4600"/>
              <a:t>THANK</a:t>
            </a:r>
            <a:r>
              <a:rPr dirty="0" sz="4600" spc="-80"/>
              <a:t> </a:t>
            </a:r>
            <a:r>
              <a:rPr dirty="0" sz="4600" spc="-25"/>
              <a:t>YOU</a:t>
            </a:r>
            <a:endParaRPr sz="4600"/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dirty="0" sz="1650">
                <a:solidFill>
                  <a:srgbClr val="212121"/>
                </a:solidFill>
              </a:rPr>
              <a:t>Fusing</a:t>
            </a:r>
            <a:r>
              <a:rPr dirty="0" sz="1650" spc="-45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cloud</a:t>
            </a:r>
            <a:r>
              <a:rPr dirty="0" sz="1650" spc="-25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databases</a:t>
            </a:r>
            <a:r>
              <a:rPr dirty="0" sz="1650" spc="-75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and</a:t>
            </a:r>
            <a:r>
              <a:rPr dirty="0" sz="1650" spc="-40">
                <a:solidFill>
                  <a:srgbClr val="212121"/>
                </a:solidFill>
              </a:rPr>
              <a:t> </a:t>
            </a:r>
            <a:r>
              <a:rPr dirty="0" sz="1650" spc="-10">
                <a:solidFill>
                  <a:srgbClr val="212121"/>
                </a:solidFill>
              </a:rPr>
              <a:t>intelligence</a:t>
            </a:r>
            <a:r>
              <a:rPr dirty="0" sz="1650" spc="-65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models</a:t>
            </a:r>
            <a:r>
              <a:rPr dirty="0" sz="1650" spc="-50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to</a:t>
            </a:r>
            <a:r>
              <a:rPr dirty="0" sz="1650" spc="-25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advance</a:t>
            </a:r>
            <a:r>
              <a:rPr dirty="0" sz="1650" spc="-15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UN</a:t>
            </a:r>
            <a:r>
              <a:rPr dirty="0" sz="1650" spc="-45">
                <a:solidFill>
                  <a:srgbClr val="212121"/>
                </a:solidFill>
              </a:rPr>
              <a:t> </a:t>
            </a:r>
            <a:r>
              <a:rPr dirty="0" sz="1650">
                <a:solidFill>
                  <a:srgbClr val="212121"/>
                </a:solidFill>
              </a:rPr>
              <a:t>SDG</a:t>
            </a:r>
            <a:r>
              <a:rPr dirty="0" sz="1650" spc="-45">
                <a:solidFill>
                  <a:srgbClr val="212121"/>
                </a:solidFill>
              </a:rPr>
              <a:t> </a:t>
            </a:r>
            <a:r>
              <a:rPr dirty="0" sz="1650" spc="-50">
                <a:solidFill>
                  <a:srgbClr val="212121"/>
                </a:solidFill>
              </a:rPr>
              <a:t>3 </a:t>
            </a:r>
            <a:r>
              <a:rPr dirty="0" sz="1650">
                <a:solidFill>
                  <a:srgbClr val="212121"/>
                </a:solidFill>
              </a:rPr>
              <a:t>health</a:t>
            </a:r>
            <a:r>
              <a:rPr dirty="0" sz="1650" spc="-60">
                <a:solidFill>
                  <a:srgbClr val="212121"/>
                </a:solidFill>
              </a:rPr>
              <a:t> </a:t>
            </a:r>
            <a:r>
              <a:rPr dirty="0" sz="1650" spc="-10">
                <a:solidFill>
                  <a:srgbClr val="212121"/>
                </a:solidFill>
              </a:rPr>
              <a:t>compliance.</a:t>
            </a:r>
            <a:endParaRPr sz="1650"/>
          </a:p>
        </p:txBody>
      </p:sp>
      <p:sp>
        <p:nvSpPr>
          <p:cNvPr id="3" name="object 3"/>
          <p:cNvSpPr txBox="1"/>
          <p:nvPr/>
        </p:nvSpPr>
        <p:spPr>
          <a:xfrm>
            <a:off x="1194324" y="4147795"/>
            <a:ext cx="4252595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solidFill>
                  <a:srgbClr val="666666"/>
                </a:solidFill>
                <a:latin typeface="Arial MT"/>
                <a:cs typeface="Arial MT"/>
              </a:rPr>
              <a:t>GitHub</a:t>
            </a:r>
            <a:r>
              <a:rPr dirty="0" sz="1000" spc="33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666666"/>
                </a:solidFill>
                <a:latin typeface="Arial MT"/>
                <a:cs typeface="Arial MT"/>
              </a:rPr>
              <a:t>Repository:</a:t>
            </a:r>
            <a:r>
              <a:rPr dirty="0" sz="1000" spc="385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666666"/>
                </a:solidFill>
                <a:latin typeface="Arial"/>
                <a:cs typeface="Arial"/>
                <a:hlinkClick r:id="rId2"/>
              </a:rPr>
              <a:t>https://github.com/meditrack/meditrack-</a:t>
            </a:r>
            <a:r>
              <a:rPr dirty="0" sz="1000" spc="-10" b="1">
                <a:solidFill>
                  <a:srgbClr val="666666"/>
                </a:solidFill>
                <a:latin typeface="Arial"/>
                <a:cs typeface="Arial"/>
                <a:hlinkClick r:id="rId2"/>
              </a:rPr>
              <a:t>capstone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6666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Ishita Chavan</dc:creator>
  <dc:title>Microsoft PowerPoint - MediTrack_Presentation.pptx</dc:title>
  <dcterms:created xsi:type="dcterms:W3CDTF">2026-07-07T09:38:37Z</dcterms:created>
  <dcterms:modified xsi:type="dcterms:W3CDTF">2026-07-07T09:38:37Z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2026-07-07T00:00:00Z</vt:filetime>
  </property>
  <property fmtid="{D5CDD505-2E9C-101B-9397-08002B2CF9AE}" pid="4" name="LastSaved">
    <vt:filetime>2026-07-07T00:00:00Z</vt:filetime>
  </property>
  <property fmtid="{D5CDD505-2E9C-101B-9397-08002B2CF9AE}" pid="5" name="Producer">
    <vt:lpwstr>Microsoft: Print To PDF</vt:lpwstr>
  </property>
</Properties>
</file>